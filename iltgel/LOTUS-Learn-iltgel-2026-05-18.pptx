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3"/>
  </p:notesMasterIdLst>
  <p:sldIdLst>
    <p:sldId id="256" r:id="rId5"/>
    <p:sldId id="285" r:id="rId6"/>
    <p:sldId id="286" r:id="rId7"/>
    <p:sldId id="287" r:id="rId8"/>
    <p:sldId id="288" r:id="rId9"/>
    <p:sldId id="289" r:id="rId10"/>
    <p:sldId id="300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72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5A2CC-A088-6464-5743-0F911C93CBA6}" v="2" dt="2025-05-20T21:08:43.348"/>
    <p1510:client id="{84D44824-A1A9-18F7-77B1-25BB7258660F}" v="12" dt="2025-05-21T04:03:54.801"/>
    <p1510:client id="{86192D1E-A9AD-07A7-6CDB-B6D209721F03}" v="7" dt="2025-05-21T09:26:04.678"/>
    <p1510:client id="{8F7B321F-68A2-7CFD-B91B-C2348012FC7D}" v="4" dt="2025-05-21T03:16:58.806"/>
    <p1510:client id="{CFCDE31D-CE4E-4D4D-A46A-C1A0742D8D29}" v="11" dt="2025-05-20T04:28:15.593"/>
    <p1510:client id="{F6F7C220-9F16-48C8-4C1D-16561962AAEA}" v="3" dt="2025-05-19T18:16:19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ӨRBADRAKH NERGҮY" userId="S::b210910023@must.edu.mn::4f95aea7-c2e8-45e1-862d-3747f3eb6921" providerId="AD" clId="Web-{8F7B321F-68A2-7CFD-B91B-C2348012FC7D}"/>
    <pc:docChg chg="modSld">
      <pc:chgData name="TӨRBADRAKH NERGҮY" userId="S::b210910023@must.edu.mn::4f95aea7-c2e8-45e1-862d-3747f3eb6921" providerId="AD" clId="Web-{8F7B321F-68A2-7CFD-B91B-C2348012FC7D}" dt="2025-05-21T03:16:58.790" v="1" actId="20577"/>
      <pc:docMkLst>
        <pc:docMk/>
      </pc:docMkLst>
      <pc:sldChg chg="modSp">
        <pc:chgData name="TӨRBADRAKH NERGҮY" userId="S::b210910023@must.edu.mn::4f95aea7-c2e8-45e1-862d-3747f3eb6921" providerId="AD" clId="Web-{8F7B321F-68A2-7CFD-B91B-C2348012FC7D}" dt="2025-05-21T03:16:58.790" v="1" actId="20577"/>
        <pc:sldMkLst>
          <pc:docMk/>
          <pc:sldMk cId="0" sldId="256"/>
        </pc:sldMkLst>
        <pc:spChg chg="mod">
          <ac:chgData name="TӨRBADRAKH NERGҮY" userId="S::b210910023@must.edu.mn::4f95aea7-c2e8-45e1-862d-3747f3eb6921" providerId="AD" clId="Web-{8F7B321F-68A2-7CFD-B91B-C2348012FC7D}" dt="2025-05-21T03:16:58.790" v="1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  <pc:docChgLst>
    <pc:chgData name="Dorjnyambuu Bold" userId="S::b180910814@must.edu.mn::46a5a8ca-9109-4ddd-b00c-e82a9f32b8cc" providerId="AD" clId="Web-{38F5A2CC-A088-6464-5743-0F911C93CBA6}"/>
    <pc:docChg chg="modSld">
      <pc:chgData name="Dorjnyambuu Bold" userId="S::b180910814@must.edu.mn::46a5a8ca-9109-4ddd-b00c-e82a9f32b8cc" providerId="AD" clId="Web-{38F5A2CC-A088-6464-5743-0F911C93CBA6}" dt="2025-05-20T21:08:43.348" v="1" actId="20577"/>
      <pc:docMkLst>
        <pc:docMk/>
      </pc:docMkLst>
      <pc:sldChg chg="modSp">
        <pc:chgData name="Dorjnyambuu Bold" userId="S::b180910814@must.edu.mn::46a5a8ca-9109-4ddd-b00c-e82a9f32b8cc" providerId="AD" clId="Web-{38F5A2CC-A088-6464-5743-0F911C93CBA6}" dt="2025-05-20T21:08:43.348" v="1" actId="20577"/>
        <pc:sldMkLst>
          <pc:docMk/>
          <pc:sldMk cId="1308005199" sldId="272"/>
        </pc:sldMkLst>
        <pc:spChg chg="mod">
          <ac:chgData name="Dorjnyambuu Bold" userId="S::b180910814@must.edu.mn::46a5a8ca-9109-4ddd-b00c-e82a9f32b8cc" providerId="AD" clId="Web-{38F5A2CC-A088-6464-5743-0F911C93CBA6}" dt="2025-05-20T21:08:43.348" v="1" actId="20577"/>
          <ac:spMkLst>
            <pc:docMk/>
            <pc:sldMk cId="1308005199" sldId="272"/>
            <ac:spMk id="380" creationId="{00000000-0000-0000-0000-000000000000}"/>
          </ac:spMkLst>
        </pc:spChg>
      </pc:sldChg>
    </pc:docChg>
  </pc:docChgLst>
  <pc:docChgLst>
    <pc:chgData clId="Web-{CFCDE31D-CE4E-4D4D-A46A-C1A0742D8D29}"/>
    <pc:docChg chg="modSld">
      <pc:chgData name="" userId="" providerId="" clId="Web-{CFCDE31D-CE4E-4D4D-A46A-C1A0742D8D29}" dt="2025-05-20T04:27:28.264" v="0" actId="1076"/>
      <pc:docMkLst>
        <pc:docMk/>
      </pc:docMkLst>
      <pc:sldChg chg="modSp">
        <pc:chgData name="" userId="" providerId="" clId="Web-{CFCDE31D-CE4E-4D4D-A46A-C1A0742D8D29}" dt="2025-05-20T04:27:28.264" v="0" actId="1076"/>
        <pc:sldMkLst>
          <pc:docMk/>
          <pc:sldMk cId="0" sldId="256"/>
        </pc:sldMkLst>
        <pc:picChg chg="mod">
          <ac:chgData name="" userId="" providerId="" clId="Web-{CFCDE31D-CE4E-4D4D-A46A-C1A0742D8D29}" dt="2025-05-20T04:27:28.264" v="0" actId="1076"/>
          <ac:picMkLst>
            <pc:docMk/>
            <pc:sldMk cId="0" sldId="256"/>
            <ac:picMk id="54" creationId="{00000000-0000-0000-0000-000000000000}"/>
          </ac:picMkLst>
        </pc:picChg>
      </pc:sldChg>
    </pc:docChg>
  </pc:docChgLst>
  <pc:docChgLst>
    <pc:chgData name="ERDENESUVD BYAMBADORJ" userId="S::b210910101@must.edu.mn::a42c955e-9149-434b-92ef-34da825c1818" providerId="AD" clId="Web-{01C50B0D-6226-06A9-E77E-1074EF52E116}"/>
    <pc:docChg chg="modSld">
      <pc:chgData name="ERDENESUVD BYAMBADORJ" userId="S::b210910101@must.edu.mn::a42c955e-9149-434b-92ef-34da825c1818" providerId="AD" clId="Web-{01C50B0D-6226-06A9-E77E-1074EF52E116}" dt="2025-05-15T10:17:56.727" v="70" actId="20577"/>
      <pc:docMkLst>
        <pc:docMk/>
      </pc:docMkLst>
      <pc:sldChg chg="modSp">
        <pc:chgData name="ERDENESUVD BYAMBADORJ" userId="S::b210910101@must.edu.mn::a42c955e-9149-434b-92ef-34da825c1818" providerId="AD" clId="Web-{01C50B0D-6226-06A9-E77E-1074EF52E116}" dt="2025-05-15T10:17:56.727" v="70" actId="20577"/>
        <pc:sldMkLst>
          <pc:docMk/>
          <pc:sldMk cId="0" sldId="256"/>
        </pc:sldMkLst>
        <pc:spChg chg="mod">
          <ac:chgData name="ERDENESUVD BYAMBADORJ" userId="S::b210910101@must.edu.mn::a42c955e-9149-434b-92ef-34da825c1818" providerId="AD" clId="Web-{01C50B0D-6226-06A9-E77E-1074EF52E116}" dt="2025-05-15T10:17:56.727" v="70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  <pc:docChgLst>
    <pc:chgData name="KHҮSEL-ERDENE RENTSENDORJ" userId="S::b210910834@must.edu.mn::26b2fad4-c451-48f4-9b27-ec08f19797f5" providerId="AD" clId="Web-{86192D1E-A9AD-07A7-6CDB-B6D209721F03}"/>
    <pc:docChg chg="modSld">
      <pc:chgData name="KHҮSEL-ERDENE RENTSENDORJ" userId="S::b210910834@must.edu.mn::26b2fad4-c451-48f4-9b27-ec08f19797f5" providerId="AD" clId="Web-{86192D1E-A9AD-07A7-6CDB-B6D209721F03}" dt="2025-05-21T09:26:04.678" v="8" actId="20577"/>
      <pc:docMkLst>
        <pc:docMk/>
      </pc:docMkLst>
      <pc:sldChg chg="addSp delSp modSp">
        <pc:chgData name="KHҮSEL-ERDENE RENTSENDORJ" userId="S::b210910834@must.edu.mn::26b2fad4-c451-48f4-9b27-ec08f19797f5" providerId="AD" clId="Web-{86192D1E-A9AD-07A7-6CDB-B6D209721F03}" dt="2025-05-21T09:24:15.286" v="3" actId="1076"/>
        <pc:sldMkLst>
          <pc:docMk/>
          <pc:sldMk cId="1324909920" sldId="297"/>
        </pc:sldMkLst>
        <pc:picChg chg="add mod">
          <ac:chgData name="KHҮSEL-ERDENE RENTSENDORJ" userId="S::b210910834@must.edu.mn::26b2fad4-c451-48f4-9b27-ec08f19797f5" providerId="AD" clId="Web-{86192D1E-A9AD-07A7-6CDB-B6D209721F03}" dt="2025-05-21T09:24:15.286" v="3" actId="1076"/>
          <ac:picMkLst>
            <pc:docMk/>
            <pc:sldMk cId="1324909920" sldId="297"/>
            <ac:picMk id="2" creationId="{A9B56584-9F9C-DD45-9357-4320E044AD6A}"/>
          </ac:picMkLst>
        </pc:picChg>
        <pc:picChg chg="del">
          <ac:chgData name="KHҮSEL-ERDENE RENTSENDORJ" userId="S::b210910834@must.edu.mn::26b2fad4-c451-48f4-9b27-ec08f19797f5" providerId="AD" clId="Web-{86192D1E-A9AD-07A7-6CDB-B6D209721F03}" dt="2025-05-21T09:24:08.192" v="1"/>
          <ac:picMkLst>
            <pc:docMk/>
            <pc:sldMk cId="1324909920" sldId="297"/>
            <ac:picMk id="345" creationId="{00000000-0000-0000-0000-000000000000}"/>
          </ac:picMkLst>
        </pc:picChg>
      </pc:sldChg>
      <pc:sldChg chg="modSp">
        <pc:chgData name="KHҮSEL-ERDENE RENTSENDORJ" userId="S::b210910834@must.edu.mn::26b2fad4-c451-48f4-9b27-ec08f19797f5" providerId="AD" clId="Web-{86192D1E-A9AD-07A7-6CDB-B6D209721F03}" dt="2025-05-21T09:26:04.678" v="8" actId="20577"/>
        <pc:sldMkLst>
          <pc:docMk/>
          <pc:sldMk cId="3520331407" sldId="298"/>
        </pc:sldMkLst>
        <pc:spChg chg="mod">
          <ac:chgData name="KHҮSEL-ERDENE RENTSENDORJ" userId="S::b210910834@must.edu.mn::26b2fad4-c451-48f4-9b27-ec08f19797f5" providerId="AD" clId="Web-{86192D1E-A9AD-07A7-6CDB-B6D209721F03}" dt="2025-05-21T09:26:04.678" v="8" actId="20577"/>
          <ac:spMkLst>
            <pc:docMk/>
            <pc:sldMk cId="3520331407" sldId="298"/>
            <ac:spMk id="365" creationId="{00000000-0000-0000-0000-000000000000}"/>
          </ac:spMkLst>
        </pc:spChg>
      </pc:sldChg>
    </pc:docChg>
  </pc:docChgLst>
  <pc:docChgLst>
    <pc:chgData name="KHALIUN ӨLZIY-ORSHIKH" userId="S::b210910800@must.edu.mn::4e4a37bf-2504-4087-b3e1-131a08bbfe69" providerId="AD" clId="Web-{CFCDE31D-CE4E-4D4D-A46A-C1A0742D8D29}"/>
    <pc:docChg chg="modSld">
      <pc:chgData name="KHALIUN ӨLZIY-ORSHIKH" userId="S::b210910800@must.edu.mn::4e4a37bf-2504-4087-b3e1-131a08bbfe69" providerId="AD" clId="Web-{CFCDE31D-CE4E-4D4D-A46A-C1A0742D8D29}" dt="2025-05-20T04:28:15.593" v="7" actId="1076"/>
      <pc:docMkLst>
        <pc:docMk/>
      </pc:docMkLst>
      <pc:sldChg chg="modSp">
        <pc:chgData name="KHALIUN ӨLZIY-ORSHIKH" userId="S::b210910800@must.edu.mn::4e4a37bf-2504-4087-b3e1-131a08bbfe69" providerId="AD" clId="Web-{CFCDE31D-CE4E-4D4D-A46A-C1A0742D8D29}" dt="2025-05-20T04:28:15.593" v="7" actId="1076"/>
        <pc:sldMkLst>
          <pc:docMk/>
          <pc:sldMk cId="0" sldId="256"/>
        </pc:sldMkLst>
        <pc:spChg chg="mod">
          <ac:chgData name="KHALIUN ӨLZIY-ORSHIKH" userId="S::b210910800@must.edu.mn::4e4a37bf-2504-4087-b3e1-131a08bbfe69" providerId="AD" clId="Web-{CFCDE31D-CE4E-4D4D-A46A-C1A0742D8D29}" dt="2025-05-20T04:28:15.593" v="7" actId="1076"/>
          <ac:spMkLst>
            <pc:docMk/>
            <pc:sldMk cId="0" sldId="256"/>
            <ac:spMk id="55" creationId="{00000000-0000-0000-0000-000000000000}"/>
          </ac:spMkLst>
        </pc:spChg>
        <pc:picChg chg="mod">
          <ac:chgData name="KHALIUN ӨLZIY-ORSHIKH" userId="S::b210910800@must.edu.mn::4e4a37bf-2504-4087-b3e1-131a08bbfe69" providerId="AD" clId="Web-{CFCDE31D-CE4E-4D4D-A46A-C1A0742D8D29}" dt="2025-05-20T04:27:35.217" v="0" actId="14100"/>
          <ac:picMkLst>
            <pc:docMk/>
            <pc:sldMk cId="0" sldId="256"/>
            <ac:picMk id="54" creationId="{00000000-0000-0000-0000-000000000000}"/>
          </ac:picMkLst>
        </pc:picChg>
      </pc:sldChg>
    </pc:docChg>
  </pc:docChgLst>
  <pc:docChgLst>
    <pc:chgData name="TEMҮҮJIN BATDORJ" userId="S::b210910848@must.edu.mn::674603d7-bee9-45fe-b49b-b1afaa7d3492" providerId="AD" clId="Web-{F6F7C220-9F16-48C8-4C1D-16561962AAEA}"/>
    <pc:docChg chg="modSld">
      <pc:chgData name="TEMҮҮJIN BATDORJ" userId="S::b210910848@must.edu.mn::674603d7-bee9-45fe-b49b-b1afaa7d3492" providerId="AD" clId="Web-{F6F7C220-9F16-48C8-4C1D-16561962AAEA}" dt="2025-05-19T18:16:19.801" v="2" actId="20577"/>
      <pc:docMkLst>
        <pc:docMk/>
      </pc:docMkLst>
      <pc:sldChg chg="modSp">
        <pc:chgData name="TEMҮҮJIN BATDORJ" userId="S::b210910848@must.edu.mn::674603d7-bee9-45fe-b49b-b1afaa7d3492" providerId="AD" clId="Web-{F6F7C220-9F16-48C8-4C1D-16561962AAEA}" dt="2025-05-19T18:16:19.801" v="2" actId="20577"/>
        <pc:sldMkLst>
          <pc:docMk/>
          <pc:sldMk cId="2704179877" sldId="286"/>
        </pc:sldMkLst>
        <pc:spChg chg="mod">
          <ac:chgData name="TEMҮҮJIN BATDORJ" userId="S::b210910848@must.edu.mn::674603d7-bee9-45fe-b49b-b1afaa7d3492" providerId="AD" clId="Web-{F6F7C220-9F16-48C8-4C1D-16561962AAEA}" dt="2025-05-19T18:16:19.801" v="2" actId="20577"/>
          <ac:spMkLst>
            <pc:docMk/>
            <pc:sldMk cId="2704179877" sldId="286"/>
            <ac:spMk id="256" creationId="{00000000-0000-0000-0000-000000000000}"/>
          </ac:spMkLst>
        </pc:spChg>
      </pc:sldChg>
    </pc:docChg>
  </pc:docChgLst>
  <pc:docChgLst>
    <pc:chgData name="DӨLGӨӨN ERDENECHULUUN" userId="S::b210910004@must.edu.mn::b6d8b6dd-b219-401c-8c3a-8f16f72d5738" providerId="AD" clId="Web-{84D44824-A1A9-18F7-77B1-25BB7258660F}"/>
    <pc:docChg chg="modSld">
      <pc:chgData name="DӨLGӨӨN ERDENECHULUUN" userId="S::b210910004@must.edu.mn::b6d8b6dd-b219-401c-8c3a-8f16f72d5738" providerId="AD" clId="Web-{84D44824-A1A9-18F7-77B1-25BB7258660F}" dt="2025-05-21T04:03:54.801" v="9"/>
      <pc:docMkLst>
        <pc:docMk/>
      </pc:docMkLst>
      <pc:sldChg chg="addSp delSp modSp">
        <pc:chgData name="DӨLGӨӨN ERDENECHULUUN" userId="S::b210910004@must.edu.mn::b6d8b6dd-b219-401c-8c3a-8f16f72d5738" providerId="AD" clId="Web-{84D44824-A1A9-18F7-77B1-25BB7258660F}" dt="2025-05-21T03:42:05.510" v="5"/>
        <pc:sldMkLst>
          <pc:docMk/>
          <pc:sldMk cId="0" sldId="256"/>
        </pc:sldMkLst>
        <pc:picChg chg="add del">
          <ac:chgData name="DӨLGӨӨN ERDENECHULUUN" userId="S::b210910004@must.edu.mn::b6d8b6dd-b219-401c-8c3a-8f16f72d5738" providerId="AD" clId="Web-{84D44824-A1A9-18F7-77B1-25BB7258660F}" dt="2025-05-21T03:34:59.221" v="1"/>
          <ac:picMkLst>
            <pc:docMk/>
            <pc:sldMk cId="0" sldId="256"/>
            <ac:picMk id="3" creationId="{1C4CCAFB-52CF-3A3C-EE13-17DE7E71874B}"/>
          </ac:picMkLst>
        </pc:picChg>
        <pc:picChg chg="add del mod">
          <ac:chgData name="DӨLGӨӨN ERDENECHULUUN" userId="S::b210910004@must.edu.mn::b6d8b6dd-b219-401c-8c3a-8f16f72d5738" providerId="AD" clId="Web-{84D44824-A1A9-18F7-77B1-25BB7258660F}" dt="2025-05-21T03:42:05.510" v="5"/>
          <ac:picMkLst>
            <pc:docMk/>
            <pc:sldMk cId="0" sldId="256"/>
            <ac:picMk id="4" creationId="{FD99829A-41EA-9749-10FE-312BAF44D54F}"/>
          </ac:picMkLst>
        </pc:picChg>
        <pc:picChg chg="add del">
          <ac:chgData name="DӨLGӨӨN ERDENECHULUUN" userId="S::b210910004@must.edu.mn::b6d8b6dd-b219-401c-8c3a-8f16f72d5738" providerId="AD" clId="Web-{84D44824-A1A9-18F7-77B1-25BB7258660F}" dt="2025-05-21T03:42:03.901" v="4"/>
          <ac:picMkLst>
            <pc:docMk/>
            <pc:sldMk cId="0" sldId="256"/>
            <ac:picMk id="5" creationId="{24157487-DBEF-F721-6D38-2CB01F959C9D}"/>
          </ac:picMkLst>
        </pc:picChg>
      </pc:sldChg>
      <pc:sldChg chg="addSp delSp modSp">
        <pc:chgData name="DӨLGӨӨN ERDENECHULUUN" userId="S::b210910004@must.edu.mn::b6d8b6dd-b219-401c-8c3a-8f16f72d5738" providerId="AD" clId="Web-{84D44824-A1A9-18F7-77B1-25BB7258660F}" dt="2025-05-21T04:03:54.801" v="9"/>
        <pc:sldMkLst>
          <pc:docMk/>
          <pc:sldMk cId="2704179877" sldId="286"/>
        </pc:sldMkLst>
        <pc:spChg chg="add del mod">
          <ac:chgData name="DӨLGӨӨN ERDENECHULUUN" userId="S::b210910004@must.edu.mn::b6d8b6dd-b219-401c-8c3a-8f16f72d5738" providerId="AD" clId="Web-{84D44824-A1A9-18F7-77B1-25BB7258660F}" dt="2025-05-21T04:03:54.801" v="9"/>
          <ac:spMkLst>
            <pc:docMk/>
            <pc:sldMk cId="2704179877" sldId="286"/>
            <ac:spMk id="2" creationId="{A4A22C40-BB44-FBD9-2554-66A409FE5587}"/>
          </ac:spMkLst>
        </pc:spChg>
      </pc:sldChg>
    </pc:docChg>
  </pc:docChgLst>
  <pc:docChgLst>
    <pc:chgData name="ERDENESUVD BYAMBADORJ" userId="S::b210910101@must.edu.mn::a42c955e-9149-434b-92ef-34da825c1818" providerId="AD" clId="Web-{40624DBC-6D13-4483-9FC2-0CFF74D7E4EA}"/>
    <pc:docChg chg="modSld">
      <pc:chgData name="ERDENESUVD BYAMBADORJ" userId="S::b210910101@must.edu.mn::a42c955e-9149-434b-92ef-34da825c1818" providerId="AD" clId="Web-{40624DBC-6D13-4483-9FC2-0CFF74D7E4EA}" dt="2025-05-15T10:46:12.953" v="3" actId="20577"/>
      <pc:docMkLst>
        <pc:docMk/>
      </pc:docMkLst>
      <pc:sldChg chg="modSp">
        <pc:chgData name="ERDENESUVD BYAMBADORJ" userId="S::b210910101@must.edu.mn::a42c955e-9149-434b-92ef-34da825c1818" providerId="AD" clId="Web-{40624DBC-6D13-4483-9FC2-0CFF74D7E4EA}" dt="2025-05-15T10:46:12.953" v="3" actId="20577"/>
        <pc:sldMkLst>
          <pc:docMk/>
          <pc:sldMk cId="0" sldId="256"/>
        </pc:sldMkLst>
        <pc:spChg chg="mod">
          <ac:chgData name="ERDENESUVD BYAMBADORJ" userId="S::b210910101@must.edu.mn::a42c955e-9149-434b-92ef-34da825c1818" providerId="AD" clId="Web-{40624DBC-6D13-4483-9FC2-0CFF74D7E4EA}" dt="2025-05-15T10:46:12.953" v="3" actId="20577"/>
          <ac:spMkLst>
            <pc:docMk/>
            <pc:sldMk cId="0" sldId="256"/>
            <ac:spMk id="5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0380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245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393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77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35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0700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Angular фреймворк-Сүүлийн жилүүдэд Angular,React, гэх Javascript сангуудын хөгжлөөр интернэт програмчлалд динамип ажиллагаатай сайт боловсруулахад шинэ давалгаа үүссэн.Angular бол Google компани боловсруулсан нээлттэй эх код бүхий JavaScript сан буюу Фреймворк.​Node.js-Node.js гэдэг нь JavaScript дээр бичигдсэн кодыг ажиллуулж чадах орчин. (runtime environment)​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Node.js нь анх browser дотор л ажилладаг байсан JavaScript-ийг дөнгөнөөс нь мулталж, гадна талд ажиллах боломжтой болгосон технологи юм.Cross Platform​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(Windows, Linux, Unix, Mac OS X, etc.)​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Бараг л бүх төрлийн төсөлд хэрэглэх боломжтой. (except CPU intensive)​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Similar : JavaScript мэддэг хүмүүс шинэ зүйл сурах хэрэггүй​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V8 хөдөлгүүр, Single Threaded &amp; Non-blocking I/O загварын ачаар өндөр performance үзүүлэх чадалтай​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Node.js ашиглан хийх боломжтой аппын жишээ​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Server Side Web : CPU их ачаалсан тооцоолол хийдэггүй жирийн вэб аппликэйшн​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Chat : Бага хэмжээтэй ч трафик ихтэй аппликэйшн (сонгодог жишээ)​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588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9802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1a47f925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31a47f9259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131a47f9259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022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0969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1488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819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9335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2f3b78c6ca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2f3b78c6ca_2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12f3b78c6ca_2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991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4295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rgbClr val="F2F2F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>
            <a:spLocks noGrp="1"/>
          </p:cNvSpPr>
          <p:nvPr>
            <p:ph type="pic" idx="2"/>
          </p:nvPr>
        </p:nvSpPr>
        <p:spPr>
          <a:xfrm>
            <a:off x="0" y="0"/>
            <a:ext cx="7335077" cy="510301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8" name="Google Shape;58;p8"/>
          <p:cNvSpPr txBox="1">
            <a:spLocks noGrp="1"/>
          </p:cNvSpPr>
          <p:nvPr>
            <p:ph type="ctrTitle"/>
          </p:nvPr>
        </p:nvSpPr>
        <p:spPr>
          <a:xfrm>
            <a:off x="6343650" y="2098766"/>
            <a:ext cx="2800350" cy="7602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6343650" y="2968279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3"/>
          </p:nvPr>
        </p:nvSpPr>
        <p:spPr>
          <a:xfrm>
            <a:off x="6343650" y="3230042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4"/>
          </p:nvPr>
        </p:nvSpPr>
        <p:spPr>
          <a:xfrm>
            <a:off x="6343650" y="3491804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5"/>
          </p:nvPr>
        </p:nvSpPr>
        <p:spPr>
          <a:xfrm>
            <a:off x="6343650" y="3753567"/>
            <a:ext cx="2182757" cy="2376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72000" bIns="457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8820000" y="5102513"/>
            <a:ext cx="324000" cy="409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0" y="5102513"/>
            <a:ext cx="7335078" cy="40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7335078" y="5102513"/>
            <a:ext cx="1484923" cy="4098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6343650" y="2014434"/>
            <a:ext cx="2800350" cy="861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3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Photo">
  <p:cSld name="Large Phot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477851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4572000" y="4019551"/>
            <a:ext cx="4248000" cy="42442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675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324000" y="756000"/>
            <a:ext cx="8496000" cy="388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>
                <a:solidFill>
                  <a:srgbClr val="3F3F3F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>
                <a:solidFill>
                  <a:srgbClr val="3F3F3F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>
                <a:solidFill>
                  <a:srgbClr val="3F3F3F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80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Image">
  <p:cSld name="Title Slide with Imag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>
            <a:spLocks noGrp="1"/>
          </p:cNvSpPr>
          <p:nvPr>
            <p:ph type="pic" idx="2"/>
          </p:nvPr>
        </p:nvSpPr>
        <p:spPr>
          <a:xfrm>
            <a:off x="0" y="0"/>
            <a:ext cx="7335441" cy="510301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2400300" y="2108290"/>
            <a:ext cx="6743700" cy="9459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400300" y="3045779"/>
            <a:ext cx="4935141" cy="435691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7335078" y="5102513"/>
            <a:ext cx="1484923" cy="4098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0" y="5102513"/>
            <a:ext cx="7335078" cy="40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820000" y="5102513"/>
            <a:ext cx="324000" cy="409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7335441" y="2023959"/>
            <a:ext cx="1808559" cy="861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284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6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523" y="404247"/>
            <a:ext cx="2803217" cy="57605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04962" y="1455899"/>
            <a:ext cx="6499980" cy="10464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2800" b="1" dirty="0">
                <a:solidFill>
                  <a:srgbClr val="0000CC"/>
                </a:solidFill>
                <a:latin typeface="Calibri"/>
                <a:cs typeface="Calibri"/>
              </a:rPr>
              <a:t>LOTUS Learn: AI-д суурилсан шаталсан цахим сургалтын систем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2361200" y="2852902"/>
            <a:ext cx="438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mn-MN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[Овог Нэрээ энд бичнэ]</a:t>
            </a:r>
            <a:endParaRPr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-36850" y="3568125"/>
            <a:ext cx="91809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dirty="0">
                <a:solidFill>
                  <a:srgbClr val="002060"/>
                </a:solidFill>
              </a:rPr>
              <a:t>Удирдагч багш: [Нэр]</a:t>
            </a:r>
            <a:r>
              <a:rPr lang="mn-MN" dirty="0">
                <a:solidFill>
                  <a:srgbClr val="002060"/>
                </a:solidFill>
              </a:rPr>
              <a:t/>
            </a:r>
            <a:r>
              <a:rPr lang="en" dirty="0">
                <a:solidFill>
                  <a:srgbClr val="002060"/>
                </a:solidFill>
              </a:rPr>
              <a:t>Зөвлөх багш: [Нэр]</a:t>
            </a:r>
          </a:p>
          <a:p>
            <a:r>
              <a:rPr lang="mn-MN" dirty="0">
                <a:solidFill>
                  <a:srgbClr val="002060"/>
                </a:solidFill>
              </a:rPr>
              <a:t>2026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57188" y="4324222"/>
            <a:ext cx="264291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оны </a:t>
            </a:r>
            <a:r>
              <a:rPr lang="mn-MN" b="1" dirty="0"/>
              <a:t>05 </a:t>
            </a:r>
            <a:r>
              <a:rPr lang="en" b="1" dirty="0"/>
              <a:t>сарын </a:t>
            </a:r>
            <a:r>
              <a:rPr lang="mn-MN" b="1" dirty="0"/>
              <a:t>18</a:t>
            </a:r>
            <a:r>
              <a:rPr lang="en" b="1" dirty="0"/>
              <a:t/>
            </a:r>
            <a:r>
              <a:rPr lang="mn-MN" b="1" dirty="0"/>
              <a:t/>
            </a:r>
            <a:r>
              <a:rPr lang="en-US" b="1"/>
              <a:t>Компьютерын Ухааны Тэнхим</a:t>
            </a:r>
            <a:r>
              <a:rPr lang="mn-MN" b="1"/>
              <a:t/>
            </a:r>
            <a:endParaRPr b="1" dirty="0"/>
          </a:p>
        </p:txBody>
      </p:sp>
      <p:sp>
        <p:nvSpPr>
          <p:cNvPr id="2" name="Rectangle 1"/>
          <p:cNvSpPr/>
          <p:nvPr/>
        </p:nvSpPr>
        <p:spPr>
          <a:xfrm>
            <a:off x="5628018" y="405196"/>
            <a:ext cx="29017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mn-MN" b="1" dirty="0">
                <a:solidFill>
                  <a:srgbClr val="002060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440883" y="1"/>
            <a:ext cx="7886700" cy="811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7030A0"/>
              </a:buClr>
              <a:buSzPts val="4400"/>
            </a:pPr>
            <a:r>
              <a:rPr lang="en-US" b="1" err="1">
                <a:solidFill>
                  <a:srgbClr val="7030A0"/>
                </a:solidFill>
              </a:rPr>
              <a:t>Агуулга</a:t>
            </a:r>
            <a:endParaRPr b="1">
              <a:solidFill>
                <a:srgbClr val="7030A0"/>
              </a:solidFill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440883" y="630150"/>
            <a:ext cx="5588775" cy="41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Удиртгал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Зорилго,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зорилт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хөгжүүлэх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үндэслэл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судлагдсан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байдал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Ашиглагдах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технологи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Архитектур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Хэрэглэгчийн</a:t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урсгалын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диаграмм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Класс</a:t>
            </a:r>
            <a:endParaRPr lang="mn-MN"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mn-MN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диаграмм</a:t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Calibri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Хөгжүүлсэн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системийн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зохиомж</a:t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Дүгнэлт</a:t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Calibri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mn-MN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875" b="1" dirty="0" err="1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525" dirty="0"/>
          </a:p>
          <a:p>
            <a:pPr marL="257175" indent="-223838" algn="just">
              <a:lnSpc>
                <a:spcPct val="150000"/>
              </a:lnSpc>
              <a:buClr>
                <a:srgbClr val="000099"/>
              </a:buClr>
              <a:buSzPts val="2500"/>
              <a:buFont typeface="Arial"/>
              <a:buChar char="•"/>
            </a:pPr>
            <a:r>
              <a:rPr lang="en-US" sz="1875" b="1" dirty="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525" dirty="0"/>
          </a:p>
          <a:p>
            <a:pPr algn="just">
              <a:lnSpc>
                <a:spcPct val="150000"/>
              </a:lnSpc>
              <a:buSzPts val="3200"/>
            </a:pPr>
            <a:endParaRPr sz="1875" b="1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ns2:creationId val="3022167177"/>
      </p:ext>
    </p:extLst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>
            <a:spLocks noGrp="1"/>
          </p:cNvSpPr>
          <p:nvPr>
            <p:ph type="title"/>
          </p:nvPr>
        </p:nvSpPr>
        <p:spPr>
          <a:xfrm>
            <a:off x="331811" y="123584"/>
            <a:ext cx="7416705" cy="69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en-US" b="1">
                <a:solidFill>
                  <a:srgbClr val="0000CC"/>
                </a:solidFill>
              </a:rPr>
              <a:t>Удиртгал </a:t>
            </a:r>
            <a:r>
              <a:rPr lang="en-US" b="1"/>
              <a:t>Мэдээлэл </a:t>
            </a:r>
            <a:endParaRPr b="1"/>
          </a:p>
        </p:txBody>
      </p:sp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127095" y="836957"/>
            <a:ext cx="6096284" cy="3728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28625" indent="-433705" algn="just">
              <a:lnSpc>
                <a:spcPct val="105000"/>
              </a:lnSpc>
              <a:spcBef>
                <a:spcPts val="0"/>
              </a:spcBef>
              <a:buSzPts val="970"/>
              <a:buFont typeface="Wingdings" panose="05000000000000000000" pitchFamily="2" charset="2"/>
              <a:buChar char="§"/>
            </a:pP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харилцаа,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холбоо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технологийн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хөгжил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ба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цахим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сургалтын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хэрэгцээ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Цахим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сургалтын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системүүд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өргөн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хэрэглээнд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орсон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ч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бүх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суралцагч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ижил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түвшин,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ижил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хурдтай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байдаггүй.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Иймээс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хэрэглэгчийн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түвшин,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ахиц,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сонирхолд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тулгуурлан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сургалтын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агуулгыг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санал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болгодог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ухаалаг </a:t>
            </a:r>
            <a:r>
              <a:rPr lang="en-US" sz="2100" err="1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платформ </a:t>
            </a:r>
            <a:r>
              <a:rPr lang="en-US" sz="2100">
                <a:solidFill>
                  <a:srgbClr val="00206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хэрэгцээтэй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болсон.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LOTUS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Learn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placement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test,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adaptive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course,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summary,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progress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tracking,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community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game-based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learning-ийг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нэг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системд </a:t>
            </a:r>
            <a:r>
              <a:rPr lang="en-US" sz="2100" err="1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нэгтгэсэн </a:t>
            </a: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веб 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платформ </a:t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юм.</a:t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mn-MN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chemeClr val="accent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2108">
              <a:solidFill>
                <a:schemeClr val="accent5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pPr indent="-342900" algn="just">
              <a:lnSpc>
                <a:spcPct val="105000"/>
              </a:lnSpc>
              <a:spcBef>
                <a:spcPts val="0"/>
              </a:spcBef>
              <a:buSzPts val="970"/>
            </a:pPr>
            <a:r>
              <a:rPr lang="en-US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mn-MN" sz="21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1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80000"/>
              </a:lnSpc>
              <a:buSzPts val="1626"/>
              <a:buNone/>
            </a:pPr>
            <a:endParaRPr sz="16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/>
            </a:fld>
            <a:endParaRPr/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l="14862" t="7803" r="18408" b="29437"/>
          <a:stretch/>
        </p:blipFill>
        <p:spPr>
          <a:xfrm>
            <a:off x="6540263" y="2894388"/>
            <a:ext cx="2243319" cy="150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5120" y="971270"/>
            <a:ext cx="2653606" cy="17898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ns3:creationId val="2704179877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>
            <a:spLocks noGrp="1"/>
          </p:cNvSpPr>
          <p:nvPr>
            <p:ph type="title"/>
          </p:nvPr>
        </p:nvSpPr>
        <p:spPr>
          <a:xfrm>
            <a:off x="273491" y="0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Clr>
                <a:srgbClr val="0000FF"/>
              </a:buClr>
              <a:buSzPts val="4400"/>
            </a:pPr>
            <a:r>
              <a:rPr lang="en-US" b="1" err="1">
                <a:solidFill>
                  <a:srgbClr val="0000FF"/>
                </a:solidFill>
              </a:rPr>
              <a:t>Судалгааны </a:t>
            </a:r>
            <a:r>
              <a:rPr lang="en-US" b="1">
                <a:solidFill>
                  <a:srgbClr val="0000FF"/>
                </a:solidFill>
              </a:rPr>
              <a:t>ажлын </a:t>
            </a:r>
            <a:r>
              <a:rPr lang="en-US" b="1" err="1">
                <a:solidFill>
                  <a:srgbClr val="0000FF"/>
                </a:solidFill>
              </a:rPr>
              <a:t>зорилго </a:t>
            </a:r>
            <a:r>
              <a:rPr lang="en-US" b="1">
                <a:solidFill>
                  <a:srgbClr val="0000FF"/>
                </a:solidFill>
              </a:rPr>
              <a:t>4 </a:t>
            </a:r>
            <a:r>
              <a:rPr lang="en-US" b="1" err="1">
                <a:solidFill>
                  <a:srgbClr val="0000FF"/>
                </a:solidFill>
              </a:rPr>
              <a:t>Судалгааны 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65" name="Google Shape;265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ажлын </a:t>
            </a:fld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273490" y="994275"/>
            <a:ext cx="8467901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зорилго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AI-д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суурилсан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шаталсан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цахим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сургалтын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веб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системийг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хөгжүүлэхэд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оршино.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Үүнд: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ижил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төстэй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системүүдийг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судлах,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хэрэглэгчийн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шаардлагыг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тодорхойлох,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frontend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backend </a:t>
            </a:r>
            <a:r>
              <a:rPr lang="mn-MN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архитектурыг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боловсруулах, </a:t>
            </a:r>
            <a:r>
              <a:rPr lang="mn-MN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placement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ба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level-up </a:t>
            </a:r>
            <a:r>
              <a:rPr lang="en-US" sz="2325" err="1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lang="en-US" sz="2325">
                <a:solidFill>
                  <a:srgbClr val="0000CC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хэрэгжүүлэх, </a:t>
            </a:r>
            <a:endParaRPr sz="2325">
              <a:solidFill>
                <a:srgbClr val="0000CC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course-progress-community-game 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модулиудыг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хөгжүүлэх, 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recommendation 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summary 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функцийг </a:t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нэвтрүүлэх.</a:t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325">
              <a:solidFill>
                <a:srgbClr val="C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325">
              <a:solidFill>
                <a:srgbClr val="C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algn="just">
              <a:lnSpc>
                <a:spcPct val="115000"/>
              </a:lnSpc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325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325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3900"/>
            </a:pPr>
            <a:endParaRPr sz="2925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ns2:creationId val="3591261706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-471242" y="1446144"/>
            <a:ext cx="22606221" cy="34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496492" y="921543"/>
            <a:ext cx="3975496" cy="330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r>
              <a:rPr lang="mn-M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LOTUS </a:t>
            </a:r>
          </a:p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endParaRPr lang="mn-MN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175" indent="-257175" algn="just">
              <a:buSzPts val="2600"/>
              <a:buFont typeface="Arial" panose="020B0604020202020204" pitchFamily="34" charset="0"/>
              <a:buChar char="•"/>
            </a:pPr>
            <a:r>
              <a:rPr lang="mn-M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нь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2900"/>
            </a:pPr>
            <a:endParaRPr sz="18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SzPts val="2700"/>
            </a:pP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5"/>
          <p:cNvSpPr txBox="1">
            <a:spLocks noGrp="1"/>
          </p:cNvSpPr>
          <p:nvPr>
            <p:ph type="title"/>
          </p:nvPr>
        </p:nvSpPr>
        <p:spPr>
          <a:xfrm>
            <a:off x="610792" y="142481"/>
            <a:ext cx="7097426" cy="57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000FF"/>
              </a:buClr>
              <a:buSzPts val="4000"/>
            </a:pPr>
            <a:r>
              <a:rPr lang="en-US" sz="3000" b="1" err="1">
                <a:solidFill>
                  <a:srgbClr val="0000FF"/>
                </a:solidFill>
              </a:rPr>
              <a:t>Монгол </a:t>
            </a:r>
            <a:r>
              <a:rPr lang="en-US" sz="3000" b="1">
                <a:solidFill>
                  <a:srgbClr val="0000FF"/>
                </a:solidFill>
              </a:rPr>
              <a:t>хэл </a:t>
            </a:r>
            <a:r>
              <a:rPr lang="en-US" sz="3000" b="1" err="1">
                <a:solidFill>
                  <a:srgbClr val="0000FF"/>
                </a:solidFill>
              </a:rPr>
              <a:t>дээрх </a:t>
            </a:r>
            <a:r>
              <a:rPr lang="en-US" sz="3000" b="1">
                <a:solidFill>
                  <a:srgbClr val="0000FF"/>
                </a:solidFill>
              </a:rPr>
              <a:t>ухаалаг </a:t>
            </a:r>
            <a:r>
              <a:rPr lang="en-US" sz="3000" b="1" err="1">
                <a:solidFill>
                  <a:srgbClr val="0000FF"/>
                </a:solidFill>
              </a:rPr>
              <a:t>сургалтын </a:t>
            </a:r>
            <a:endParaRPr sz="3000" b="1">
              <a:solidFill>
                <a:srgbClr val="0000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ns2:creationId id="{705840FC-EE3F-4648-5038-41227B6BC0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82"/>
          <a:stretch/>
        </p:blipFill>
        <p:spPr>
          <a:xfrm>
            <a:off x="4818459" y="996196"/>
            <a:ext cx="3975496" cy="3602717"/>
          </a:xfrm>
          <a:prstGeom prst="rect">
            <a:avLst/>
          </a:prstGeom>
        </p:spPr>
      </p:pic>
    </p:spTree>
    <p:extLst>
      <p:ext uri="{BB962C8B-B14F-4D97-AF65-F5344CB8AC3E}">
        <ns4:creationId val="4234585992"/>
      </p:ext>
    </p:extLst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/>
          <p:nvPr/>
        </p:nvSpPr>
        <p:spPr>
          <a:xfrm>
            <a:off x="189964" y="520564"/>
            <a:ext cx="874184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just">
              <a:lnSpc>
                <a:spcPct val="90000"/>
              </a:lnSpc>
              <a:buClr>
                <a:srgbClr val="0000FF"/>
              </a:buClr>
              <a:buSzPts val="2600"/>
            </a:pPr>
            <a:r>
              <a:rPr lang="en-US" sz="22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Системийг боловсруулахдаа дараах программ хангамжууд болон технологийг ашигласан. Үүнд:</a:t>
            </a:r>
            <a:endParaRPr sz="225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189963" y="111937"/>
            <a:ext cx="7769181" cy="43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SzPts val="3200"/>
            </a:pPr>
            <a:r>
              <a:rPr lang="en-US" sz="3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Ашиглагдсан технологи</a:t>
            </a:r>
            <a:endParaRPr sz="30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323227" y="1484780"/>
            <a:ext cx="2596574" cy="2473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+ TypeScript</a:t>
            </a:r>
            <a:endParaRPr sz="1050"/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REST API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PostgreSQL / SQLite</a:t>
            </a:r>
            <a:endParaRPr sz="2250">
              <a:latin typeface="Calibri"/>
              <a:ea typeface="Calibri"/>
              <a:cs typeface="Calibri"/>
              <a:sym typeface="Calibri"/>
            </a:endParaRPr>
          </a:p>
          <a:p>
            <a:pPr marL="214313" indent="-214313">
              <a:buClr>
                <a:srgbClr val="FFFFFF"/>
              </a:buClr>
              <a:buSzPts val="2800"/>
              <a:buFont typeface="Arial"/>
              <a:buChar char="•"/>
            </a:pPr>
            <a:r>
              <a:rPr lang="en-US" sz="2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API + Docker</a:t>
            </a:r>
            <a:endParaRPr sz="2250"/>
          </a:p>
        </p:txBody>
      </p:sp>
      <p:pic>
        <p:nvPicPr>
          <p:cNvPr id="300" name="Google Shape;30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5255" y="1024801"/>
            <a:ext cx="1984276" cy="179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0299" y="2622005"/>
            <a:ext cx="1494190" cy="155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ns3:creationId id="{E39E6488-3712-D6EB-0235-76686822A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711" y="1723444"/>
            <a:ext cx="1765707" cy="1797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ns3:creationId id="{25588C63-5E30-9B6C-D85E-A82953EA6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452" y="1620832"/>
            <a:ext cx="2900597" cy="2402179"/>
          </a:xfrm>
          <a:prstGeom prst="rect">
            <a:avLst/>
          </a:prstGeom>
        </p:spPr>
      </p:pic>
    </p:spTree>
    <p:extLst>
      <p:ext uri="{BB962C8B-B14F-4D97-AF65-F5344CB8AC3E}">
        <ns4:creationId val="28146053"/>
      </p:ext>
    </p:extLst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35076" y="4778513"/>
            <a:ext cx="1484923" cy="323996"/>
            <a:chOff x="0" y="0"/>
            <a:chExt cx="3959794" cy="8639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9733" cy="863981"/>
            </a:xfrm>
            <a:custGeom>
              <a:avLst/>
              <a:gdLst/>
              <a:ahLst/>
              <a:cxnLst/>
              <a:rect l="l" t="t" r="r" b="b"/>
              <a:pathLst>
                <a:path w="3959733" h="863981">
                  <a:moveTo>
                    <a:pt x="0" y="0"/>
                  </a:moveTo>
                  <a:lnTo>
                    <a:pt x="3959733" y="0"/>
                  </a:lnTo>
                  <a:lnTo>
                    <a:pt x="3959733" y="863981"/>
                  </a:lnTo>
                  <a:lnTo>
                    <a:pt x="0" y="86398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335078" y="5102513"/>
            <a:ext cx="1484923" cy="40988"/>
            <a:chOff x="0" y="0"/>
            <a:chExt cx="3959794" cy="109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59733" cy="109347"/>
            </a:xfrm>
            <a:custGeom>
              <a:avLst/>
              <a:gdLst/>
              <a:ahLst/>
              <a:cxnLst/>
              <a:rect l="l" t="t" r="r" b="b"/>
              <a:pathLst>
                <a:path w="3959733" h="109347">
                  <a:moveTo>
                    <a:pt x="0" y="0"/>
                  </a:moveTo>
                  <a:lnTo>
                    <a:pt x="3959733" y="0"/>
                  </a:lnTo>
                  <a:lnTo>
                    <a:pt x="3959733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D0CEC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4778513"/>
            <a:ext cx="7335077" cy="324000"/>
            <a:chOff x="0" y="0"/>
            <a:chExt cx="19560204" cy="86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60160" cy="863981"/>
            </a:xfrm>
            <a:custGeom>
              <a:avLst/>
              <a:gdLst/>
              <a:ahLst/>
              <a:cxnLst/>
              <a:rect l="l" t="t" r="r" b="b"/>
              <a:pathLst>
                <a:path w="19560160" h="863981">
                  <a:moveTo>
                    <a:pt x="0" y="0"/>
                  </a:moveTo>
                  <a:lnTo>
                    <a:pt x="19560160" y="0"/>
                  </a:lnTo>
                  <a:lnTo>
                    <a:pt x="19560160" y="863981"/>
                  </a:lnTo>
                  <a:lnTo>
                    <a:pt x="0" y="863981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5102513"/>
            <a:ext cx="7335078" cy="40988"/>
            <a:chOff x="0" y="0"/>
            <a:chExt cx="19560208" cy="109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60160" cy="109347"/>
            </a:xfrm>
            <a:custGeom>
              <a:avLst/>
              <a:gdLst/>
              <a:ahLst/>
              <a:cxnLst/>
              <a:rect l="l" t="t" r="r" b="b"/>
              <a:pathLst>
                <a:path w="19560160" h="109347">
                  <a:moveTo>
                    <a:pt x="0" y="0"/>
                  </a:moveTo>
                  <a:lnTo>
                    <a:pt x="19560160" y="0"/>
                  </a:lnTo>
                  <a:lnTo>
                    <a:pt x="19560160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ED7D3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820000" y="5102513"/>
            <a:ext cx="324000" cy="40988"/>
            <a:chOff x="0" y="0"/>
            <a:chExt cx="864000" cy="109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3981" cy="109347"/>
            </a:xfrm>
            <a:custGeom>
              <a:avLst/>
              <a:gdLst/>
              <a:ahLst/>
              <a:cxnLst/>
              <a:rect l="l" t="t" r="r" b="b"/>
              <a:pathLst>
                <a:path w="863981" h="109347">
                  <a:moveTo>
                    <a:pt x="0" y="0"/>
                  </a:moveTo>
                  <a:lnTo>
                    <a:pt x="863981" y="0"/>
                  </a:lnTo>
                  <a:lnTo>
                    <a:pt x="863981" y="109347"/>
                  </a:lnTo>
                  <a:lnTo>
                    <a:pt x="0" y="109347"/>
                  </a:lnTo>
                  <a:close/>
                </a:path>
              </a:pathLst>
            </a:custGeom>
            <a:solidFill>
              <a:srgbClr val="5B9BD5"/>
            </a:solidFill>
          </p:spPr>
        </p:sp>
      </p:grpSp>
      <p:sp>
        <p:nvSpPr>
          <p:cNvPr id="12" name="AutoShape 12"/>
          <p:cNvSpPr/>
          <p:nvPr/>
        </p:nvSpPr>
        <p:spPr>
          <a:xfrm rot="2683">
            <a:off x="-3573" y="4778513"/>
            <a:ext cx="9151146" cy="0"/>
          </a:xfrm>
          <a:prstGeom prst="line">
            <a:avLst/>
          </a:prstGeom>
          <a:ln w="9525" cap="rnd">
            <a:solidFill>
              <a:srgbClr val="F2F2F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7728038" y="4961356"/>
            <a:ext cx="69900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38"/>
              </a:lnSpc>
            </a:pPr>
            <a:r>
              <a:rPr lang="en-US" sz="1875" spc="-8">
                <a:solidFill>
                  <a:srgbClr val="5B9BD5"/>
                </a:solidFill>
                <a:latin typeface="Carlito Bold"/>
              </a:rPr>
              <a:t>Web client</a:t>
            </a:r>
          </a:p>
          <a:p>
            <a:pPr algn="r">
              <a:lnSpc>
                <a:spcPts val="450"/>
              </a:lnSpc>
            </a:pPr>
            <a:r>
              <a:rPr lang="en-US" sz="900" spc="-4">
                <a:solidFill>
                  <a:srgbClr val="3F3F3F"/>
                </a:solidFill>
                <a:latin typeface="Carlito"/>
              </a:rPr>
              <a:t>Backend service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8221" y="47270"/>
            <a:ext cx="7795275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spc="-14">
                <a:solidFill>
                  <a:srgbClr val="0000FF"/>
                </a:solidFill>
                <a:latin typeface="Carlito Bold"/>
              </a:rPr>
              <a:t>Архитектур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3663" y="4771063"/>
            <a:ext cx="196597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80"/>
              </a:lnSpc>
            </a:pPr>
            <a:r>
              <a:rPr lang="en-US" sz="900" spc="-4">
                <a:solidFill>
                  <a:srgbClr val="888888"/>
                </a:solidFill>
                <a:latin typeface="Carlito"/>
              </a:rPr>
              <a:t>JWT authentication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3141" y="895350"/>
            <a:ext cx="4423160" cy="3200400"/>
          </a:xfrm>
          <a:custGeom>
            <a:avLst/>
            <a:gdLst/>
            <a:ahLst/>
            <a:cxnLst/>
            <a:rect l="l" t="t" r="r" b="b"/>
            <a:pathLst>
              <a:path w="11594684" h="6766303">
                <a:moveTo>
                  <a:pt x="0" y="0"/>
                </a:moveTo>
                <a:lnTo>
                  <a:pt x="11594684" y="0"/>
                </a:lnTo>
                <a:lnTo>
                  <a:pt x="11594684" y="6766302"/>
                </a:lnTo>
                <a:lnTo>
                  <a:pt x="0" y="676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7" name="Picture 16" descr="CNN"/>
          <p:cNvPicPr/>
          <p:nvPr/>
        </p:nvPicPr>
        <p:blipFill>
          <a:blip r:embed="rId3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p:blipFill>
        <p:spPr bwMode="auto">
          <a:xfrm>
            <a:off x="4907463" y="881843"/>
            <a:ext cx="3912513" cy="3213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/>
          <p:cNvSpPr/>
          <p:nvPr/>
        </p:nvSpPr>
        <p:spPr>
          <a:xfrm>
            <a:off x="6476108" y="4227989"/>
            <a:ext cx="11929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latin typeface="Times New Roman" panose="02020603050405020304" pitchFamily="18" charset="0"/>
                <a:ea typeface="SimSun" panose="02010600030101010101" pitchFamily="2" charset="-122"/>
              </a:rPr>
              <a:t>Системийн архитектур</a:t>
            </a:r>
            <a:r>
              <a:rPr lang="mn-MN" sz="1100">
                <a:latin typeface="Times New Roman" panose="02020603050405020304" pitchFamily="18" charset="0"/>
                <a:ea typeface="SimSun" panose="02010600030101010101" pitchFamily="2" charset="-122"/>
              </a:rPr>
              <a:t>PostgreSQL өгөгдлийн сан</a:t>
            </a:r>
            <a:endParaRPr lang="en-US" sz="11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5113" y="4261657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100">
                <a:latin typeface="Times New Roman" panose="02020603050405020304" pitchFamily="18" charset="0"/>
                <a:ea typeface="SimSun" panose="02010600030101010101" pitchFamily="2" charset="-122"/>
              </a:rPr>
              <a:t>Gemini API / AI engine</a:t>
            </a:r>
            <a:endParaRPr lang="en-US" sz="1100"/>
          </a:p>
        </p:txBody>
      </p:sp>
    </p:spTree>
    <p:extLst>
      <p:ext uri="{BB962C8B-B14F-4D97-AF65-F5344CB8AC3E}">
        <ns4:creationId val="242090288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>
            <a:spLocks noGrp="1"/>
          </p:cNvSpPr>
          <p:nvPr>
            <p:ph type="title"/>
          </p:nvPr>
        </p:nvSpPr>
        <p:spPr>
          <a:xfrm>
            <a:off x="269829" y="0"/>
            <a:ext cx="7886700" cy="818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lnSpc>
                <a:spcPct val="90000"/>
              </a:lnSpc>
              <a:buSzPts val="1800"/>
            </a:pPr>
            <a:r>
              <a:rPr lang="en-US" sz="3000" b="1">
                <a:solidFill>
                  <a:srgbClr val="0000FF"/>
                </a:solidFill>
              </a:rPr>
              <a:t>Хэрэглэгчийн урсгалын диаграмм</a:t>
            </a:r>
            <a:endParaRPr sz="3000" b="1">
              <a:solidFill>
                <a:srgbClr val="0000FF"/>
              </a:solidFill>
            </a:endParaRPr>
          </a:p>
        </p:txBody>
      </p:sp>
      <p:sp>
        <p:nvSpPr>
          <p:cNvPr id="309" name="Google Shape;309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8</a:t>
            </a:fld>
            <a:endParaRPr/>
          </a:p>
        </p:txBody>
      </p:sp>
      <p:sp>
        <p:nvSpPr>
          <p:cNvPr id="310" name="Google Shape;310;p39"/>
          <p:cNvSpPr txBox="1"/>
          <p:nvPr/>
        </p:nvSpPr>
        <p:spPr>
          <a:xfrm>
            <a:off x="187943" y="891433"/>
            <a:ext cx="3691433" cy="262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600"/>
              </a:spcBef>
              <a:buSzPts val="28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Use case диаграммд зочин хэрэглэгч, бүртгэлтэй суралцагч, админ гэсэн оролцогчид болон бүртгүүлэх, нэвтрэх, placement test өгөх, курс үзэх, ахиц харах, community ашиглах урсгалыг дүрсэлнэ.</a:t>
            </a:r>
            <a:r>
              <a:rPr lang="en-US" sz="2100">
                <a:solidFill>
                  <a:srgbClr val="C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/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</a:pPr>
            <a:endParaRPr sz="2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14313" indent="-80963" algn="just">
              <a:spcBef>
                <a:spcPts val="1200"/>
              </a:spcBef>
              <a:buSzPts val="2800"/>
            </a:pP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ns2:creationId id="{52EBA95D-E22E-3B0A-D0CA-664973D3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645" y="808300"/>
            <a:ext cx="4665690" cy="3688750"/>
          </a:xfrm>
          <a:prstGeom prst="rect">
            <a:avLst/>
          </a:prstGeom>
        </p:spPr>
      </p:pic>
    </p:spTree>
    <p:extLst>
      <p:ext uri="{BB962C8B-B14F-4D97-AF65-F5344CB8AC3E}">
        <ns4:creationId val="2969221127"/>
      </p:ext>
    </p:extLst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>
            <a:spLocks noGrp="1"/>
          </p:cNvSpPr>
          <p:nvPr>
            <p:ph type="title"/>
          </p:nvPr>
        </p:nvSpPr>
        <p:spPr>
          <a:xfrm>
            <a:off x="222508" y="0"/>
            <a:ext cx="7886700" cy="675564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en-US" sz="3000" b="1" err="1">
                <a:solidFill>
                  <a:srgbClr val="0000FF"/>
                </a:solidFill>
              </a:rPr>
              <a:t>Класс </a:t>
            </a:r>
            <a:r>
              <a:rPr lang="en-US" sz="3000" b="1">
                <a:solidFill>
                  <a:srgbClr val="0000FF"/>
                </a:solidFill>
              </a:rPr>
              <a:t>диаграмм </a:t>
            </a:r>
            <a:r>
              <a:rPr lang="en-US" sz="3000" b="1" err="1">
                <a:solidFill>
                  <a:srgbClr val="0000FF"/>
                </a:solidFill>
              </a:rPr>
              <a:t>9 </a:t>
            </a:r>
            <a:r>
              <a:rPr lang="en-US" sz="3000" b="1">
                <a:solidFill>
                  <a:srgbClr val="0000FF"/>
                </a:solidFill>
              </a:rPr>
              <a:t>Класс </a:t>
            </a:r>
            <a:endParaRPr/>
          </a:p>
        </p:txBody>
      </p:sp>
      <p:sp>
        <p:nvSpPr>
          <p:cNvPr id="326" name="Google Shape;32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диаграмм </a:t>
            </a:fld>
            <a:endParaRPr/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186" y="1295194"/>
            <a:ext cx="7624833" cy="38483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19;p40"/>
          <p:cNvSpPr txBox="1"/>
          <p:nvPr/>
        </p:nvSpPr>
        <p:spPr>
          <a:xfrm>
            <a:off x="222508" y="452294"/>
            <a:ext cx="8558972" cy="839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525"/>
              </a:spcBef>
              <a:buSzPts val="2800"/>
              <a:buFont typeface="Arial"/>
              <a:buChar char="•"/>
            </a:pP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системийн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үндсэн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entity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болон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тэдгээрийн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хамаарлыг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тодорхойлно.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Гол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классууд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User,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Course,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Lesson,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LearningTrack,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LessonProgress,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LikedLesson,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CommunityPost,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CommunityComment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бөгөөд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эдгээр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course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management,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progress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tracking,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community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discussion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зэрэг </a:t>
            </a:r>
            <a:r>
              <a:rPr lang="en-US" sz="1800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гол </a:t>
            </a:r>
            <a:r>
              <a:rPr lang="en-US" sz="1800">
                <a:solidFill>
                  <a:schemeClr val="tx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урсгалыг </a:t>
            </a:r>
            <a:endParaRPr sz="180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ns3:creationId val="2402175655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Google Shape;325;p41"/>
          <p:cNvSpPr txBox="1">
            <a:spLocks noGrp="1"/>
          </p:cNvSpPr>
          <p:nvPr>
            <p:ph type="title"/>
          </p:nvPr>
        </p:nvSpPr>
        <p:spPr>
          <a:xfrm>
            <a:off x="186719" y="1"/>
            <a:ext cx="7886700" cy="634841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mn-MN" sz="2700" b="1">
                <a:solidFill>
                  <a:srgbClr val="0000FF"/>
                </a:solidFill>
              </a:rPr>
              <a:t>Үйл ажиллагааны диаграмм</a:t>
            </a:r>
            <a:r>
              <a:rPr lang="en-US" sz="2700" b="1">
                <a:solidFill>
                  <a:srgbClr val="0000FF"/>
                </a:solidFill>
              </a:rPr>
              <a:t>Placement test, lesson completion, practice submission урсгал</a:t>
            </a:r>
            <a:r>
              <a:rPr lang="en-US" sz="2700" b="1" err="1">
                <a:solidFill>
                  <a:srgbClr val="0000FF"/>
                </a:solidFill>
              </a:rPr>
              <a:t>Бүртгүүлэх болон level-up test үйл ажиллагааны диаграмм</a:t>
            </a:r>
            <a:r>
              <a:rPr lang="en-US" sz="2700" b="1">
                <a:solidFill>
                  <a:srgbClr val="0000FF"/>
                </a:solidFill>
              </a:rPr>
              <a:t/>
            </a:r>
            <a:endParaRPr sz="2700"/>
          </a:p>
        </p:txBody>
      </p:sp>
      <p:sp>
        <p:nvSpPr>
          <p:cNvPr id="6" name="Rectangle 5"/>
          <p:cNvSpPr/>
          <p:nvPr/>
        </p:nvSpPr>
        <p:spPr>
          <a:xfrm>
            <a:off x="862610" y="4462565"/>
            <a:ext cx="321915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050"/>
              <a:t/>
            </a:r>
            <a:endParaRPr lang="en-US" sz="1050"/>
          </a:p>
        </p:txBody>
      </p:sp>
      <p:sp>
        <p:nvSpPr>
          <p:cNvPr id="7" name="Rectangle 6"/>
          <p:cNvSpPr/>
          <p:nvPr/>
        </p:nvSpPr>
        <p:spPr>
          <a:xfrm>
            <a:off x="5439044" y="4461807"/>
            <a:ext cx="270298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n-MN" sz="1050"/>
              <a:t/>
            </a:r>
            <a:endParaRPr lang="en-US" sz="1050"/>
          </a:p>
        </p:txBody>
      </p:sp>
      <p:pic>
        <p:nvPicPr>
          <p:cNvPr id="9" name="Picture 8">
            <a:extLst>
              <a:ext uri="{FF2B5EF4-FFF2-40B4-BE49-F238E27FC236}">
                <ns2:creationId id="{1595D7BB-8B71-6138-AF17-BFBFE228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12" y="1114403"/>
            <a:ext cx="3458057" cy="3079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ns2:creationId id="{7DC60958-59AB-5722-C849-250E34541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5682"/>
            <a:ext cx="4093677" cy="3284375"/>
          </a:xfrm>
          <a:prstGeom prst="rect">
            <a:avLst/>
          </a:prstGeom>
        </p:spPr>
      </p:pic>
    </p:spTree>
    <p:extLst>
      <p:ext uri="{BB962C8B-B14F-4D97-AF65-F5344CB8AC3E}">
        <ns4:creationId val="257052976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Google Shape;325;p41"/>
          <p:cNvSpPr txBox="1">
            <a:spLocks noGrp="1"/>
          </p:cNvSpPr>
          <p:nvPr>
            <p:ph type="title"/>
          </p:nvPr>
        </p:nvSpPr>
        <p:spPr>
          <a:xfrm>
            <a:off x="128995" y="102394"/>
            <a:ext cx="7886700" cy="500938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r>
              <a:rPr lang="mn-MN" sz="2700" b="1">
                <a:solidFill>
                  <a:srgbClr val="0000FF"/>
                </a:solidFill>
              </a:rPr>
              <a:t>Дарааллын диаграмм</a:t>
            </a:r>
            <a:r>
              <a:rPr lang="en-US" sz="2700" b="1" err="1">
                <a:solidFill>
                  <a:srgbClr val="0000FF"/>
                </a:solidFill>
              </a:rPr>
              <a:t>Хэрэглэгч -&gt; Frontend -&gt; API -&gt; Database -&gt; AI engine дараалал</a:t>
            </a:r>
            <a:r>
              <a:rPr lang="en-US" sz="2700" b="1">
                <a:solidFill>
                  <a:srgbClr val="0000FF"/>
                </a:solidFill>
              </a:rPr>
              <a:t/>
            </a:r>
            <a:endParaRPr sz="2700"/>
          </a:p>
        </p:txBody>
      </p:sp>
      <p:pic>
        <p:nvPicPr>
          <p:cNvPr id="6" name="Picture 5">
            <a:extLst>
              <a:ext uri="{FF2B5EF4-FFF2-40B4-BE49-F238E27FC236}">
                <ns2:creationId id="{CA960368-B7FA-FDEB-1F6B-0DDD76FF1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14" y="755284"/>
            <a:ext cx="7170328" cy="3765131"/>
          </a:xfrm>
          <a:prstGeom prst="rect">
            <a:avLst/>
          </a:prstGeom>
        </p:spPr>
      </p:pic>
    </p:spTree>
    <p:extLst>
      <p:ext uri="{BB962C8B-B14F-4D97-AF65-F5344CB8AC3E}">
        <ns4:creationId val="144526685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61" y="72199"/>
            <a:ext cx="7886700" cy="500954"/>
          </a:xfrm>
        </p:spPr>
        <p:txBody>
          <a:bodyPr>
            <a:normAutofit fontScale="90000"/>
          </a:bodyPr>
          <a:lstStyle/>
          <a:p>
            <a:r>
              <a:rPr lang="mn-MN" sz="2700" b="1">
                <a:solidFill>
                  <a:srgbClr val="0000CC"/>
                </a:solidFill>
              </a:rPr>
              <a:t>Өгөгдлийн ерөнхий схем</a:t>
            </a:r>
            <a:endParaRPr lang="en-US" sz="2700" b="1">
              <a:solidFill>
                <a:srgbClr val="0000CC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ns2:creationId id="{E86F988D-8954-074B-D0B7-3477612DD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97" y="573153"/>
            <a:ext cx="6663533" cy="4081294"/>
          </a:xfrm>
          <a:prstGeom prst="rect">
            <a:avLst/>
          </a:prstGeom>
        </p:spPr>
      </p:pic>
    </p:spTree>
    <p:extLst>
      <p:ext uri="{BB962C8B-B14F-4D97-AF65-F5344CB8AC3E}">
        <ns4:creationId val="2034584564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559837" y="1316396"/>
            <a:ext cx="2415654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ХӨГЖҮҮЛСЭН СИСТЕМИЙН ЗОХИОМЖ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Нүүр хуудас ба бүртгэл/нэвтрэх дэлгэцийн screenshot оруулна</a:t>
            </a:r>
            <a:endParaRPr sz="1050"/>
          </a:p>
        </p:txBody>
      </p:sp>
      <p:pic>
        <p:nvPicPr>
          <p:cNvPr id="4" name="Picture 3">
            <a:extLst>
              <a:ext uri="{FF2B5EF4-FFF2-40B4-BE49-F238E27FC236}">
                <ns2:creationId id="{C492ADC5-0CD7-8922-8564-1BAFFFBE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911" y="150456"/>
            <a:ext cx="4992663" cy="46861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ns2:creationId id="{D4FEBB12-327F-6F1B-6694-C8D4E6C8B9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13" t="9047" r="25956" b="15306"/>
          <a:stretch/>
        </p:blipFill>
        <p:spPr>
          <a:xfrm>
            <a:off x="367392" y="2256843"/>
            <a:ext cx="2723565" cy="2490628"/>
          </a:xfrm>
          <a:prstGeom prst="rect">
            <a:avLst/>
          </a:prstGeom>
        </p:spPr>
      </p:pic>
    </p:spTree>
    <p:extLst>
      <p:ext uri="{BB962C8B-B14F-4D97-AF65-F5344CB8AC3E}">
        <ns4:creationId val="2971280903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391885" y="1263028"/>
            <a:ext cx="2350013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ХӨГЖҮҮЛСЭН СИСТЕМИЙН ЗОХИОМЖ</a:t>
            </a:r>
            <a:endParaRPr sz="24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3200"/>
            </a:pPr>
            <a:r>
              <a:rPr lang="en-US" sz="24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Dashboard, course list, lesson detail дэлгэцийн screenshot оруулна</a:t>
            </a:r>
            <a:endParaRPr sz="1050"/>
          </a:p>
        </p:txBody>
      </p:sp>
      <p:pic>
        <p:nvPicPr>
          <p:cNvPr id="3" name="Picture 2">
            <a:extLst>
              <a:ext uri="{FF2B5EF4-FFF2-40B4-BE49-F238E27FC236}">
                <ns2:creationId id="{2CC11D05-74B2-2566-0C91-176EFC806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98" y="612133"/>
            <a:ext cx="2845973" cy="40752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ns2:creationId id="{5DC01EA5-F113-3710-2664-C9DCF1C7F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825" y="1024540"/>
            <a:ext cx="3345025" cy="2992288"/>
          </a:xfrm>
          <a:prstGeom prst="rect">
            <a:avLst/>
          </a:prstGeom>
        </p:spPr>
      </p:pic>
    </p:spTree>
    <p:extLst>
      <p:ext uri="{BB962C8B-B14F-4D97-AF65-F5344CB8AC3E}">
        <ns4:creationId val="419485399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/>
        </p:nvSpPr>
        <p:spPr>
          <a:xfrm>
            <a:off x="274087" y="576442"/>
            <a:ext cx="2623069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3200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ХӨГЖҮҮЛСЭН СИСТЕМИЙН ЗОХИОМЖ</a:t>
            </a:r>
            <a:endParaRPr sz="2400" b="1" dirty="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200"/>
            </a:pPr>
            <a:r>
              <a:rPr lang="en-US" sz="2400" b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Placement test, progress summary, community, games хэсгийн screenshot оруулна</a:t>
            </a:r>
          </a:p>
          <a:p>
            <a:pPr algn="ctr">
              <a:buSzPts val="3200"/>
            </a:pPr>
            <a:endParaRPr lang="en-US" sz="2400" b="1" dirty="0">
              <a:solidFill>
                <a:srgbClr val="0000FF"/>
              </a:solidFill>
              <a:latin typeface="Calibri"/>
              <a:cs typeface="Calibri"/>
              <a:sym typeface="Calibri"/>
            </a:endParaRPr>
          </a:p>
          <a:p>
            <a:pPr algn="just">
              <a:buSzPts val="3200"/>
            </a:pPr>
            <a:r>
              <a:rPr lang="mn-MN" sz="1650" dirty="0">
                <a:solidFill>
                  <a:srgbClr val="0000FF"/>
                </a:solidFill>
                <a:latin typeface="Calibri"/>
                <a:cs typeface="Calibri"/>
                <a:sym typeface="Calibri"/>
              </a:rPr>
              <a:t/>
            </a:r>
          </a:p>
          <a:p>
            <a:pPr marL="214313" indent="-214313" algn="just">
              <a:buSzPts val="3200"/>
              <a:buFont typeface="Arial" panose="020B0604020202020204" pitchFamily="34" charset="0"/>
              <a:buChar char="•"/>
            </a:pPr>
            <a:endParaRPr sz="180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ns2:creationId id="{A9B56584-9F9C-DD45-9357-4320E044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691" y="1422107"/>
            <a:ext cx="5346533" cy="2637674"/>
          </a:xfrm>
          <a:prstGeom prst="rect">
            <a:avLst/>
          </a:prstGeom>
        </p:spPr>
      </p:pic>
    </p:spTree>
    <p:extLst>
      <p:ext uri="{BB962C8B-B14F-4D97-AF65-F5344CB8AC3E}">
        <ns4:creationId val="1324909920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>
            <a:spLocks noGrp="1"/>
          </p:cNvSpPr>
          <p:nvPr>
            <p:ph type="ftr" idx="4294967295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SzPts val="1400"/>
            </a:pPr>
            <a:r>
              <a:rPr lang="en-US"/>
              <a:t>16 </a:t>
            </a:r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Энэхүү </a:t>
            </a:fld>
            <a:endParaRPr/>
          </a:p>
        </p:txBody>
      </p:sp>
      <p:sp>
        <p:nvSpPr>
          <p:cNvPr id="365" name="Google Shape;365;p47"/>
          <p:cNvSpPr/>
          <p:nvPr/>
        </p:nvSpPr>
        <p:spPr>
          <a:xfrm>
            <a:off x="140365" y="603032"/>
            <a:ext cx="8638793" cy="408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төслийн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хүрээнд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LOTUS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нэртэй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AI-д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суурилсан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шаталсан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цахим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сургалтын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веб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системийг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хөгжүүлэв.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систем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хэрэглэгчийн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түвшинг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placement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test-ээр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тогтоож,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lesson-уудыг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шатлалын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дагуу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үзэх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олгодог.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Мөн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хэсгээр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дамжуулан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оноо, </a:t>
            </a:r>
            <a:endParaRPr lang="en-US" dirty="0">
              <a:solidFill>
                <a:schemeClr val="dk1"/>
              </a:solidFill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lesson,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activity,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progress-ийг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хянах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боломжтой.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хичээлийн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quiz,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task,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үүсгэх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боломжийг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бүрдүүлсэн.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Community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модуль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хэрэглэгчдэд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асуулт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асуух,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сэтгэгдэл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солилцох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орчин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өгдөг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games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модуль </a:t>
            </a:r>
            <a:endParaRPr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нь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сонирхолтой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байдлаар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давтлага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хийх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нөхцөл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бүрдүүлдэг.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Цаашид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live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chat,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илүү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нарийвчилсан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recommendation,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admin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analytics,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mobile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хувилбар,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автомат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контент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үүсгэх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боломжуудаар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өргөтгөх </a:t>
            </a:r>
            <a:endParaRPr dirty="0"/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боломжтой.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Дүгнэлт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dirty="0">
              <a:solidFill>
                <a:schemeClr val="dk1"/>
              </a:solidFill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dirty="0">
              <a:solidFill>
                <a:schemeClr val="dk1"/>
              </a:solidFill>
              <a:sym typeface="Calibri"/>
            </a:endParaRPr>
          </a:p>
          <a:p>
            <a:pPr marL="342900" algn="just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mn-MN" dirty="0">
              <a:solidFill>
                <a:schemeClr val="dk1"/>
              </a:solidFill>
              <a:sym typeface="Calibri"/>
            </a:endParaRPr>
          </a:p>
          <a:p>
            <a:pPr marL="342900" algn="just"/>
            <a:br>
              <a:rPr lang="en-US" dirty="0">
                <a:sym typeface="Calibri"/>
              </a:rPr>
            </a:br>
            <a:endParaRPr lang="en-US" dirty="0"/>
          </a:p>
          <a:p>
            <a:pPr marL="342900" algn="just">
              <a:buSzPts val="1100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47"/>
          <p:cNvSpPr txBox="1">
            <a:spLocks noGrp="1"/>
          </p:cNvSpPr>
          <p:nvPr>
            <p:ph type="title"/>
          </p:nvPr>
        </p:nvSpPr>
        <p:spPr>
          <a:xfrm>
            <a:off x="408919" y="70944"/>
            <a:ext cx="7886700" cy="52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000099"/>
              </a:buClr>
              <a:buSzPts val="4400"/>
            </a:pPr>
            <a:r>
              <a:rPr lang="en-US" b="1" err="1">
                <a:solidFill>
                  <a:srgbClr val="000099"/>
                </a:solidFill>
              </a:rPr>
              <a:t/>
            </a:r>
            <a:endParaRPr b="1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ns2:creationId val="3520331407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8"/>
          <p:cNvSpPr txBox="1">
            <a:spLocks noGrp="1"/>
          </p:cNvSpPr>
          <p:nvPr>
            <p:ph type="title"/>
          </p:nvPr>
        </p:nvSpPr>
        <p:spPr>
          <a:xfrm>
            <a:off x="382991" y="153787"/>
            <a:ext cx="7886700" cy="552734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700" b="1" err="1">
                <a:solidFill>
                  <a:srgbClr val="000099"/>
                </a:solidFill>
              </a:rPr>
              <a:t>Ашигласан</a:t>
            </a:r>
            <a:r>
              <a:rPr lang="en-US" sz="2700" b="1">
                <a:solidFill>
                  <a:srgbClr val="000099"/>
                </a:solidFill>
              </a:rPr>
              <a:t>материал</a:t>
            </a:r>
            <a:r>
              <a:rPr lang="en-US" sz="2700" b="1" err="1">
                <a:solidFill>
                  <a:srgbClr val="000099"/>
                </a:solidFill>
              </a:rPr>
              <a:t>[1] Django REST Framework documentation</a:t>
            </a:r>
            <a:r>
              <a:rPr lang="en-US" sz="2700" b="1">
                <a:solidFill>
                  <a:srgbClr val="000099"/>
                </a:solidFill>
              </a:rPr>
              <a:t>[2] React documentation</a:t>
            </a:r>
            <a:endParaRPr sz="2700"/>
          </a:p>
        </p:txBody>
      </p:sp>
      <p:sp>
        <p:nvSpPr>
          <p:cNvPr id="373" name="Google Shape;373;p48"/>
          <p:cNvSpPr txBox="1">
            <a:spLocks noGrp="1"/>
          </p:cNvSpPr>
          <p:nvPr>
            <p:ph type="body" idx="1"/>
          </p:nvPr>
        </p:nvSpPr>
        <p:spPr>
          <a:xfrm>
            <a:off x="382991" y="706520"/>
            <a:ext cx="7886700" cy="3851051"/>
          </a:xfrm>
          <a:prstGeom prst="rect">
            <a:avLst/>
          </a:prstGeom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lnSpc>
                <a:spcPct val="120000"/>
              </a:lnSpc>
              <a:buSzPct val="26008"/>
              <a:buNone/>
            </a:pP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[3] TypeScript documentation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[4] PostgreSQL / SQLite documentation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[5] Google Gemini API documentation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[6] JWT authentication reference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[7] UML 2 объект хандлагат шинжилгээ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[8] Adaptive learning related references</a:t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>[9] Placement test and progress tracking references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[10] Community moderation and e-learning design references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mn-MN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374" name="Google Shape;374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>
              <a:buSzPts val="1200"/>
            </a:pPr>
            <a:fld id="{00000000-1234-1234-1234-123412341234}" type="slidenum">
              <a:rPr lang="en-US"/>
              <a:pPr>
                <a:buSzPts val="1200"/>
              </a:pPr>
              <a:t>17</a:t>
            </a:fld>
            <a:endParaRPr/>
          </a:p>
        </p:txBody>
      </p:sp>
    </p:spTree>
    <p:extLst>
      <p:ext uri="{BB962C8B-B14F-4D97-AF65-F5344CB8AC3E}">
        <ns2:creationId val="65644687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9"/>
          <p:cNvSpPr txBox="1">
            <a:spLocks noGrp="1"/>
          </p:cNvSpPr>
          <p:nvPr>
            <p:ph type="ctrTitle"/>
          </p:nvPr>
        </p:nvSpPr>
        <p:spPr>
          <a:xfrm>
            <a:off x="1357312" y="1471612"/>
            <a:ext cx="4393407" cy="14787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5000" tIns="135000" rIns="189000" bIns="135000" anchor="t" anchorCtr="0">
            <a:noAutofit/>
          </a:bodyPr>
          <a:lstStyle/>
          <a:p>
            <a:pPr algn="ctr">
              <a:buClr>
                <a:srgbClr val="0000FF"/>
              </a:buClr>
              <a:buSzPts val="4800"/>
            </a:pP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Анхаарал</a:t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тавьсанд</a:t>
            </a: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>баярлалаа</a:t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3600" b="0" dirty="0" err="1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3600" b="0" dirty="0">
                <a:solidFill>
                  <a:srgbClr val="0000FF"/>
                </a:solidFill>
                <a:latin typeface="Calibri"/>
                <a:ea typeface="Calibri"/>
                <a:cs typeface="Calibri"/>
              </a:rPr>
              <a:t/>
            </a:r>
            <a:endParaRPr lang="en-US" dirty="0">
              <a:solidFill>
                <a:srgbClr val="000000"/>
              </a:solidFill>
              <a:ea typeface="Calibri"/>
            </a:endParaRPr>
          </a:p>
        </p:txBody>
      </p:sp>
    </p:spTree>
    <p:extLst>
      <p:ext uri="{BB962C8B-B14F-4D97-AF65-F5344CB8AC3E}">
        <ns2:creationId val="130800519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6c23e0-e84e-4b92-b74a-b9ca0076de90">
      <Terms xmlns="http://schemas.microsoft.com/office/infopath/2007/PartnerControls"/>
    </lcf76f155ced4ddcb4097134ff3c332f>
    <TaxCatchAll xmlns="0255dc92-fcdd-4107-b190-63287766f5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26620515CD2A4DB4B50494F9CF2CC7" ma:contentTypeVersion="12" ma:contentTypeDescription="Create a new document." ma:contentTypeScope="" ma:versionID="c66ea7ef56455add63a4e0d9d155aba8">
  <xsd:schema xmlns:xsd="http://www.w3.org/2001/XMLSchema" xmlns:xs="http://www.w3.org/2001/XMLSchema" xmlns:p="http://schemas.microsoft.com/office/2006/metadata/properties" xmlns:ns2="526c23e0-e84e-4b92-b74a-b9ca0076de90" xmlns:ns3="0255dc92-fcdd-4107-b190-63287766f59b" targetNamespace="http://schemas.microsoft.com/office/2006/metadata/properties" ma:root="true" ma:fieldsID="2617f602d6d459d8ef40efd526b54a20" ns2:_="" ns3:_="">
    <xsd:import namespace="526c23e0-e84e-4b92-b74a-b9ca0076de90"/>
    <xsd:import namespace="0255dc92-fcdd-4107-b190-63287766f5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6c23e0-e84e-4b92-b74a-b9ca0076de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99afe36-bc78-401c-94f4-d0ce26b69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5dc92-fcdd-4107-b190-63287766f5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635eff-bae2-49cc-972a-7dc4128f0fa0}" ma:internalName="TaxCatchAll" ma:showField="CatchAllData" ma:web="0255dc92-fcdd-4107-b190-63287766f5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9112A-0D9B-4919-91B3-7C15ED45AD14}">
  <ds:schemaRefs>
    <ds:schemaRef ds:uri="0255dc92-fcdd-4107-b190-63287766f59b"/>
    <ds:schemaRef ds:uri="526c23e0-e84e-4b92-b74a-b9ca0076de9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1D757BE-F6CB-4CEF-BA13-086E2E06A6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908F56-3412-42FD-90FC-6CEE6BC03652}">
  <ds:schemaRefs>
    <ds:schemaRef ds:uri="0255dc92-fcdd-4107-b190-63287766f59b"/>
    <ds:schemaRef ds:uri="526c23e0-e84e-4b92-b74a-b9ca0076de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841</Words>
  <Application>Microsoft Office PowerPoint</Application>
  <PresentationFormat>On-screen Show (16:9)</PresentationFormat>
  <Paragraphs>102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Carlito</vt:lpstr>
      <vt:lpstr>Carlito Bold</vt:lpstr>
      <vt:lpstr>Times New Roman</vt:lpstr>
      <vt:lpstr>Wingdings</vt:lpstr>
      <vt:lpstr>Simple Light</vt:lpstr>
      <vt:lpstr>PowerPoint Presentation</vt:lpstr>
      <vt:lpstr>Агуулга</vt:lpstr>
      <vt:lpstr>Удиртгал </vt:lpstr>
      <vt:lpstr>Судалгааны ажлын зорилго</vt:lpstr>
      <vt:lpstr>Систем хөгжүүлэх үндэслэл</vt:lpstr>
      <vt:lpstr>PowerPoint Presentation</vt:lpstr>
      <vt:lpstr>PowerPoint Presentation</vt:lpstr>
      <vt:lpstr>Хэрэглэгчийн урсгалын диаграмм </vt:lpstr>
      <vt:lpstr>Класс диаграмм </vt:lpstr>
      <vt:lpstr>Үйл ажиллагааны диаграмм </vt:lpstr>
      <vt:lpstr>Дараалллын диаграмм </vt:lpstr>
      <vt:lpstr>Өгөгдлийн ерөнхий схем</vt:lpstr>
      <vt:lpstr>PowerPoint Presentation</vt:lpstr>
      <vt:lpstr>PowerPoint Presentation</vt:lpstr>
      <vt:lpstr>PowerPoint Presentation</vt:lpstr>
      <vt:lpstr>Дүгнэлт</vt:lpstr>
      <vt:lpstr>Ашигласан материал </vt:lpstr>
      <vt:lpstr>Анхаарал тавьсанд баярлалаа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Battsetseg Erdenebat</cp:lastModifiedBy>
  <cp:revision>11</cp:revision>
  <dcterms:modified xsi:type="dcterms:W3CDTF">2025-12-16T02:44:25Z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0x0101008026620515CD2A4DB4B50494F9CF2CC7</vt:lpwstr>
  </property>
  <property fmtid="{D5CDD505-2E9C-101B-9397-08002B2CF9AE}" pid="3" name="MediaServiceImageTags">
    <vt:lpwstr/>
  </property>
</Properties>
</file>