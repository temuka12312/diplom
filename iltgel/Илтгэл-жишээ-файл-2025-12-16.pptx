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3"/>
  </p:notesMasterIdLst>
  <p:sldIdLst>
    <p:sldId id="256" r:id="rId5"/>
    <p:sldId id="285" r:id="rId6"/>
    <p:sldId id="286" r:id="rId7"/>
    <p:sldId id="287" r:id="rId8"/>
    <p:sldId id="288" r:id="rId9"/>
    <p:sldId id="289" r:id="rId10"/>
    <p:sldId id="300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272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5A2CC-A088-6464-5743-0F911C93CBA6}" v="2" dt="2025-05-20T21:08:43.348"/>
    <p1510:client id="{84D44824-A1A9-18F7-77B1-25BB7258660F}" v="12" dt="2025-05-21T04:03:54.801"/>
    <p1510:client id="{86192D1E-A9AD-07A7-6CDB-B6D209721F03}" v="7" dt="2025-05-21T09:26:04.678"/>
    <p1510:client id="{8F7B321F-68A2-7CFD-B91B-C2348012FC7D}" v="4" dt="2025-05-21T03:16:58.806"/>
    <p1510:client id="{CFCDE31D-CE4E-4D4D-A46A-C1A0742D8D29}" v="11" dt="2025-05-20T04:28:15.593"/>
    <p1510:client id="{F6F7C220-9F16-48C8-4C1D-16561962AAEA}" v="3" dt="2025-05-19T18:16:19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ӨRBADRAKH NERGҮY" userId="S::b210910023@must.edu.mn::4f95aea7-c2e8-45e1-862d-3747f3eb6921" providerId="AD" clId="Web-{8F7B321F-68A2-7CFD-B91B-C2348012FC7D}"/>
    <pc:docChg chg="modSld">
      <pc:chgData name="TӨRBADRAKH NERGҮY" userId="S::b210910023@must.edu.mn::4f95aea7-c2e8-45e1-862d-3747f3eb6921" providerId="AD" clId="Web-{8F7B321F-68A2-7CFD-B91B-C2348012FC7D}" dt="2025-05-21T03:16:58.790" v="1" actId="20577"/>
      <pc:docMkLst>
        <pc:docMk/>
      </pc:docMkLst>
      <pc:sldChg chg="modSp">
        <pc:chgData name="TӨRBADRAKH NERGҮY" userId="S::b210910023@must.edu.mn::4f95aea7-c2e8-45e1-862d-3747f3eb6921" providerId="AD" clId="Web-{8F7B321F-68A2-7CFD-B91B-C2348012FC7D}" dt="2025-05-21T03:16:58.790" v="1" actId="20577"/>
        <pc:sldMkLst>
          <pc:docMk/>
          <pc:sldMk cId="0" sldId="256"/>
        </pc:sldMkLst>
        <pc:spChg chg="mod">
          <ac:chgData name="TӨRBADRAKH NERGҮY" userId="S::b210910023@must.edu.mn::4f95aea7-c2e8-45e1-862d-3747f3eb6921" providerId="AD" clId="Web-{8F7B321F-68A2-7CFD-B91B-C2348012FC7D}" dt="2025-05-21T03:16:58.790" v="1" actId="20577"/>
          <ac:spMkLst>
            <pc:docMk/>
            <pc:sldMk cId="0" sldId="256"/>
            <ac:spMk id="57" creationId="{00000000-0000-0000-0000-000000000000}"/>
          </ac:spMkLst>
        </pc:spChg>
      </pc:sldChg>
    </pc:docChg>
  </pc:docChgLst>
  <pc:docChgLst>
    <pc:chgData name="Dorjnyambuu Bold" userId="S::b180910814@must.edu.mn::46a5a8ca-9109-4ddd-b00c-e82a9f32b8cc" providerId="AD" clId="Web-{38F5A2CC-A088-6464-5743-0F911C93CBA6}"/>
    <pc:docChg chg="modSld">
      <pc:chgData name="Dorjnyambuu Bold" userId="S::b180910814@must.edu.mn::46a5a8ca-9109-4ddd-b00c-e82a9f32b8cc" providerId="AD" clId="Web-{38F5A2CC-A088-6464-5743-0F911C93CBA6}" dt="2025-05-20T21:08:43.348" v="1" actId="20577"/>
      <pc:docMkLst>
        <pc:docMk/>
      </pc:docMkLst>
      <pc:sldChg chg="modSp">
        <pc:chgData name="Dorjnyambuu Bold" userId="S::b180910814@must.edu.mn::46a5a8ca-9109-4ddd-b00c-e82a9f32b8cc" providerId="AD" clId="Web-{38F5A2CC-A088-6464-5743-0F911C93CBA6}" dt="2025-05-20T21:08:43.348" v="1" actId="20577"/>
        <pc:sldMkLst>
          <pc:docMk/>
          <pc:sldMk cId="1308005199" sldId="272"/>
        </pc:sldMkLst>
        <pc:spChg chg="mod">
          <ac:chgData name="Dorjnyambuu Bold" userId="S::b180910814@must.edu.mn::46a5a8ca-9109-4ddd-b00c-e82a9f32b8cc" providerId="AD" clId="Web-{38F5A2CC-A088-6464-5743-0F911C93CBA6}" dt="2025-05-20T21:08:43.348" v="1" actId="20577"/>
          <ac:spMkLst>
            <pc:docMk/>
            <pc:sldMk cId="1308005199" sldId="272"/>
            <ac:spMk id="380" creationId="{00000000-0000-0000-0000-000000000000}"/>
          </ac:spMkLst>
        </pc:spChg>
      </pc:sldChg>
    </pc:docChg>
  </pc:docChgLst>
  <pc:docChgLst>
    <pc:chgData clId="Web-{CFCDE31D-CE4E-4D4D-A46A-C1A0742D8D29}"/>
    <pc:docChg chg="modSld">
      <pc:chgData name="" userId="" providerId="" clId="Web-{CFCDE31D-CE4E-4D4D-A46A-C1A0742D8D29}" dt="2025-05-20T04:27:28.264" v="0" actId="1076"/>
      <pc:docMkLst>
        <pc:docMk/>
      </pc:docMkLst>
      <pc:sldChg chg="modSp">
        <pc:chgData name="" userId="" providerId="" clId="Web-{CFCDE31D-CE4E-4D4D-A46A-C1A0742D8D29}" dt="2025-05-20T04:27:28.264" v="0" actId="1076"/>
        <pc:sldMkLst>
          <pc:docMk/>
          <pc:sldMk cId="0" sldId="256"/>
        </pc:sldMkLst>
        <pc:picChg chg="mod">
          <ac:chgData name="" userId="" providerId="" clId="Web-{CFCDE31D-CE4E-4D4D-A46A-C1A0742D8D29}" dt="2025-05-20T04:27:28.264" v="0" actId="1076"/>
          <ac:picMkLst>
            <pc:docMk/>
            <pc:sldMk cId="0" sldId="256"/>
            <ac:picMk id="54" creationId="{00000000-0000-0000-0000-000000000000}"/>
          </ac:picMkLst>
        </pc:picChg>
      </pc:sldChg>
    </pc:docChg>
  </pc:docChgLst>
  <pc:docChgLst>
    <pc:chgData name="ERDENESUVD BYAMBADORJ" userId="S::b210910101@must.edu.mn::a42c955e-9149-434b-92ef-34da825c1818" providerId="AD" clId="Web-{01C50B0D-6226-06A9-E77E-1074EF52E116}"/>
    <pc:docChg chg="modSld">
      <pc:chgData name="ERDENESUVD BYAMBADORJ" userId="S::b210910101@must.edu.mn::a42c955e-9149-434b-92ef-34da825c1818" providerId="AD" clId="Web-{01C50B0D-6226-06A9-E77E-1074EF52E116}" dt="2025-05-15T10:17:56.727" v="70" actId="20577"/>
      <pc:docMkLst>
        <pc:docMk/>
      </pc:docMkLst>
      <pc:sldChg chg="modSp">
        <pc:chgData name="ERDENESUVD BYAMBADORJ" userId="S::b210910101@must.edu.mn::a42c955e-9149-434b-92ef-34da825c1818" providerId="AD" clId="Web-{01C50B0D-6226-06A9-E77E-1074EF52E116}" dt="2025-05-15T10:17:56.727" v="70" actId="20577"/>
        <pc:sldMkLst>
          <pc:docMk/>
          <pc:sldMk cId="0" sldId="256"/>
        </pc:sldMkLst>
        <pc:spChg chg="mod">
          <ac:chgData name="ERDENESUVD BYAMBADORJ" userId="S::b210910101@must.edu.mn::a42c955e-9149-434b-92ef-34da825c1818" providerId="AD" clId="Web-{01C50B0D-6226-06A9-E77E-1074EF52E116}" dt="2025-05-15T10:17:56.727" v="70" actId="20577"/>
          <ac:spMkLst>
            <pc:docMk/>
            <pc:sldMk cId="0" sldId="256"/>
            <ac:spMk id="57" creationId="{00000000-0000-0000-0000-000000000000}"/>
          </ac:spMkLst>
        </pc:spChg>
      </pc:sldChg>
    </pc:docChg>
  </pc:docChgLst>
  <pc:docChgLst>
    <pc:chgData name="KHҮSEL-ERDENE RENTSENDORJ" userId="S::b210910834@must.edu.mn::26b2fad4-c451-48f4-9b27-ec08f19797f5" providerId="AD" clId="Web-{86192D1E-A9AD-07A7-6CDB-B6D209721F03}"/>
    <pc:docChg chg="modSld">
      <pc:chgData name="KHҮSEL-ERDENE RENTSENDORJ" userId="S::b210910834@must.edu.mn::26b2fad4-c451-48f4-9b27-ec08f19797f5" providerId="AD" clId="Web-{86192D1E-A9AD-07A7-6CDB-B6D209721F03}" dt="2025-05-21T09:26:04.678" v="8" actId="20577"/>
      <pc:docMkLst>
        <pc:docMk/>
      </pc:docMkLst>
      <pc:sldChg chg="addSp delSp modSp">
        <pc:chgData name="KHҮSEL-ERDENE RENTSENDORJ" userId="S::b210910834@must.edu.mn::26b2fad4-c451-48f4-9b27-ec08f19797f5" providerId="AD" clId="Web-{86192D1E-A9AD-07A7-6CDB-B6D209721F03}" dt="2025-05-21T09:24:15.286" v="3" actId="1076"/>
        <pc:sldMkLst>
          <pc:docMk/>
          <pc:sldMk cId="1324909920" sldId="297"/>
        </pc:sldMkLst>
        <pc:picChg chg="add mod">
          <ac:chgData name="KHҮSEL-ERDENE RENTSENDORJ" userId="S::b210910834@must.edu.mn::26b2fad4-c451-48f4-9b27-ec08f19797f5" providerId="AD" clId="Web-{86192D1E-A9AD-07A7-6CDB-B6D209721F03}" dt="2025-05-21T09:24:15.286" v="3" actId="1076"/>
          <ac:picMkLst>
            <pc:docMk/>
            <pc:sldMk cId="1324909920" sldId="297"/>
            <ac:picMk id="2" creationId="{A9B56584-9F9C-DD45-9357-4320E044AD6A}"/>
          </ac:picMkLst>
        </pc:picChg>
        <pc:picChg chg="del">
          <ac:chgData name="KHҮSEL-ERDENE RENTSENDORJ" userId="S::b210910834@must.edu.mn::26b2fad4-c451-48f4-9b27-ec08f19797f5" providerId="AD" clId="Web-{86192D1E-A9AD-07A7-6CDB-B6D209721F03}" dt="2025-05-21T09:24:08.192" v="1"/>
          <ac:picMkLst>
            <pc:docMk/>
            <pc:sldMk cId="1324909920" sldId="297"/>
            <ac:picMk id="345" creationId="{00000000-0000-0000-0000-000000000000}"/>
          </ac:picMkLst>
        </pc:picChg>
      </pc:sldChg>
      <pc:sldChg chg="modSp">
        <pc:chgData name="KHҮSEL-ERDENE RENTSENDORJ" userId="S::b210910834@must.edu.mn::26b2fad4-c451-48f4-9b27-ec08f19797f5" providerId="AD" clId="Web-{86192D1E-A9AD-07A7-6CDB-B6D209721F03}" dt="2025-05-21T09:26:04.678" v="8" actId="20577"/>
        <pc:sldMkLst>
          <pc:docMk/>
          <pc:sldMk cId="3520331407" sldId="298"/>
        </pc:sldMkLst>
        <pc:spChg chg="mod">
          <ac:chgData name="KHҮSEL-ERDENE RENTSENDORJ" userId="S::b210910834@must.edu.mn::26b2fad4-c451-48f4-9b27-ec08f19797f5" providerId="AD" clId="Web-{86192D1E-A9AD-07A7-6CDB-B6D209721F03}" dt="2025-05-21T09:26:04.678" v="8" actId="20577"/>
          <ac:spMkLst>
            <pc:docMk/>
            <pc:sldMk cId="3520331407" sldId="298"/>
            <ac:spMk id="365" creationId="{00000000-0000-0000-0000-000000000000}"/>
          </ac:spMkLst>
        </pc:spChg>
      </pc:sldChg>
    </pc:docChg>
  </pc:docChgLst>
  <pc:docChgLst>
    <pc:chgData name="KHALIUN ӨLZIY-ORSHIKH" userId="S::b210910800@must.edu.mn::4e4a37bf-2504-4087-b3e1-131a08bbfe69" providerId="AD" clId="Web-{CFCDE31D-CE4E-4D4D-A46A-C1A0742D8D29}"/>
    <pc:docChg chg="modSld">
      <pc:chgData name="KHALIUN ӨLZIY-ORSHIKH" userId="S::b210910800@must.edu.mn::4e4a37bf-2504-4087-b3e1-131a08bbfe69" providerId="AD" clId="Web-{CFCDE31D-CE4E-4D4D-A46A-C1A0742D8D29}" dt="2025-05-20T04:28:15.593" v="7" actId="1076"/>
      <pc:docMkLst>
        <pc:docMk/>
      </pc:docMkLst>
      <pc:sldChg chg="modSp">
        <pc:chgData name="KHALIUN ӨLZIY-ORSHIKH" userId="S::b210910800@must.edu.mn::4e4a37bf-2504-4087-b3e1-131a08bbfe69" providerId="AD" clId="Web-{CFCDE31D-CE4E-4D4D-A46A-C1A0742D8D29}" dt="2025-05-20T04:28:15.593" v="7" actId="1076"/>
        <pc:sldMkLst>
          <pc:docMk/>
          <pc:sldMk cId="0" sldId="256"/>
        </pc:sldMkLst>
        <pc:spChg chg="mod">
          <ac:chgData name="KHALIUN ӨLZIY-ORSHIKH" userId="S::b210910800@must.edu.mn::4e4a37bf-2504-4087-b3e1-131a08bbfe69" providerId="AD" clId="Web-{CFCDE31D-CE4E-4D4D-A46A-C1A0742D8D29}" dt="2025-05-20T04:28:15.593" v="7" actId="1076"/>
          <ac:spMkLst>
            <pc:docMk/>
            <pc:sldMk cId="0" sldId="256"/>
            <ac:spMk id="55" creationId="{00000000-0000-0000-0000-000000000000}"/>
          </ac:spMkLst>
        </pc:spChg>
        <pc:picChg chg="mod">
          <ac:chgData name="KHALIUN ӨLZIY-ORSHIKH" userId="S::b210910800@must.edu.mn::4e4a37bf-2504-4087-b3e1-131a08bbfe69" providerId="AD" clId="Web-{CFCDE31D-CE4E-4D4D-A46A-C1A0742D8D29}" dt="2025-05-20T04:27:35.217" v="0" actId="14100"/>
          <ac:picMkLst>
            <pc:docMk/>
            <pc:sldMk cId="0" sldId="256"/>
            <ac:picMk id="54" creationId="{00000000-0000-0000-0000-000000000000}"/>
          </ac:picMkLst>
        </pc:picChg>
      </pc:sldChg>
    </pc:docChg>
  </pc:docChgLst>
  <pc:docChgLst>
    <pc:chgData name="TEMҮҮJIN BATDORJ" userId="S::b210910848@must.edu.mn::674603d7-bee9-45fe-b49b-b1afaa7d3492" providerId="AD" clId="Web-{F6F7C220-9F16-48C8-4C1D-16561962AAEA}"/>
    <pc:docChg chg="modSld">
      <pc:chgData name="TEMҮҮJIN BATDORJ" userId="S::b210910848@must.edu.mn::674603d7-bee9-45fe-b49b-b1afaa7d3492" providerId="AD" clId="Web-{F6F7C220-9F16-48C8-4C1D-16561962AAEA}" dt="2025-05-19T18:16:19.801" v="2" actId="20577"/>
      <pc:docMkLst>
        <pc:docMk/>
      </pc:docMkLst>
      <pc:sldChg chg="modSp">
        <pc:chgData name="TEMҮҮJIN BATDORJ" userId="S::b210910848@must.edu.mn::674603d7-bee9-45fe-b49b-b1afaa7d3492" providerId="AD" clId="Web-{F6F7C220-9F16-48C8-4C1D-16561962AAEA}" dt="2025-05-19T18:16:19.801" v="2" actId="20577"/>
        <pc:sldMkLst>
          <pc:docMk/>
          <pc:sldMk cId="2704179877" sldId="286"/>
        </pc:sldMkLst>
        <pc:spChg chg="mod">
          <ac:chgData name="TEMҮҮJIN BATDORJ" userId="S::b210910848@must.edu.mn::674603d7-bee9-45fe-b49b-b1afaa7d3492" providerId="AD" clId="Web-{F6F7C220-9F16-48C8-4C1D-16561962AAEA}" dt="2025-05-19T18:16:19.801" v="2" actId="20577"/>
          <ac:spMkLst>
            <pc:docMk/>
            <pc:sldMk cId="2704179877" sldId="286"/>
            <ac:spMk id="256" creationId="{00000000-0000-0000-0000-000000000000}"/>
          </ac:spMkLst>
        </pc:spChg>
      </pc:sldChg>
    </pc:docChg>
  </pc:docChgLst>
  <pc:docChgLst>
    <pc:chgData name="DӨLGӨӨN ERDENECHULUUN" userId="S::b210910004@must.edu.mn::b6d8b6dd-b219-401c-8c3a-8f16f72d5738" providerId="AD" clId="Web-{84D44824-A1A9-18F7-77B1-25BB7258660F}"/>
    <pc:docChg chg="modSld">
      <pc:chgData name="DӨLGӨӨN ERDENECHULUUN" userId="S::b210910004@must.edu.mn::b6d8b6dd-b219-401c-8c3a-8f16f72d5738" providerId="AD" clId="Web-{84D44824-A1A9-18F7-77B1-25BB7258660F}" dt="2025-05-21T04:03:54.801" v="9"/>
      <pc:docMkLst>
        <pc:docMk/>
      </pc:docMkLst>
      <pc:sldChg chg="addSp delSp modSp">
        <pc:chgData name="DӨLGӨӨN ERDENECHULUUN" userId="S::b210910004@must.edu.mn::b6d8b6dd-b219-401c-8c3a-8f16f72d5738" providerId="AD" clId="Web-{84D44824-A1A9-18F7-77B1-25BB7258660F}" dt="2025-05-21T03:42:05.510" v="5"/>
        <pc:sldMkLst>
          <pc:docMk/>
          <pc:sldMk cId="0" sldId="256"/>
        </pc:sldMkLst>
        <pc:picChg chg="add del">
          <ac:chgData name="DӨLGӨӨN ERDENECHULUUN" userId="S::b210910004@must.edu.mn::b6d8b6dd-b219-401c-8c3a-8f16f72d5738" providerId="AD" clId="Web-{84D44824-A1A9-18F7-77B1-25BB7258660F}" dt="2025-05-21T03:34:59.221" v="1"/>
          <ac:picMkLst>
            <pc:docMk/>
            <pc:sldMk cId="0" sldId="256"/>
            <ac:picMk id="3" creationId="{1C4CCAFB-52CF-3A3C-EE13-17DE7E71874B}"/>
          </ac:picMkLst>
        </pc:picChg>
        <pc:picChg chg="add del mod">
          <ac:chgData name="DӨLGӨӨN ERDENECHULUUN" userId="S::b210910004@must.edu.mn::b6d8b6dd-b219-401c-8c3a-8f16f72d5738" providerId="AD" clId="Web-{84D44824-A1A9-18F7-77B1-25BB7258660F}" dt="2025-05-21T03:42:05.510" v="5"/>
          <ac:picMkLst>
            <pc:docMk/>
            <pc:sldMk cId="0" sldId="256"/>
            <ac:picMk id="4" creationId="{FD99829A-41EA-9749-10FE-312BAF44D54F}"/>
          </ac:picMkLst>
        </pc:picChg>
        <pc:picChg chg="add del">
          <ac:chgData name="DӨLGӨӨN ERDENECHULUUN" userId="S::b210910004@must.edu.mn::b6d8b6dd-b219-401c-8c3a-8f16f72d5738" providerId="AD" clId="Web-{84D44824-A1A9-18F7-77B1-25BB7258660F}" dt="2025-05-21T03:42:03.901" v="4"/>
          <ac:picMkLst>
            <pc:docMk/>
            <pc:sldMk cId="0" sldId="256"/>
            <ac:picMk id="5" creationId="{24157487-DBEF-F721-6D38-2CB01F959C9D}"/>
          </ac:picMkLst>
        </pc:picChg>
      </pc:sldChg>
      <pc:sldChg chg="addSp delSp modSp">
        <pc:chgData name="DӨLGӨӨN ERDENECHULUUN" userId="S::b210910004@must.edu.mn::b6d8b6dd-b219-401c-8c3a-8f16f72d5738" providerId="AD" clId="Web-{84D44824-A1A9-18F7-77B1-25BB7258660F}" dt="2025-05-21T04:03:54.801" v="9"/>
        <pc:sldMkLst>
          <pc:docMk/>
          <pc:sldMk cId="2704179877" sldId="286"/>
        </pc:sldMkLst>
        <pc:spChg chg="add del mod">
          <ac:chgData name="DӨLGӨӨN ERDENECHULUUN" userId="S::b210910004@must.edu.mn::b6d8b6dd-b219-401c-8c3a-8f16f72d5738" providerId="AD" clId="Web-{84D44824-A1A9-18F7-77B1-25BB7258660F}" dt="2025-05-21T04:03:54.801" v="9"/>
          <ac:spMkLst>
            <pc:docMk/>
            <pc:sldMk cId="2704179877" sldId="286"/>
            <ac:spMk id="2" creationId="{A4A22C40-BB44-FBD9-2554-66A409FE5587}"/>
          </ac:spMkLst>
        </pc:spChg>
      </pc:sldChg>
    </pc:docChg>
  </pc:docChgLst>
  <pc:docChgLst>
    <pc:chgData name="ERDENESUVD BYAMBADORJ" userId="S::b210910101@must.edu.mn::a42c955e-9149-434b-92ef-34da825c1818" providerId="AD" clId="Web-{40624DBC-6D13-4483-9FC2-0CFF74D7E4EA}"/>
    <pc:docChg chg="modSld">
      <pc:chgData name="ERDENESUVD BYAMBADORJ" userId="S::b210910101@must.edu.mn::a42c955e-9149-434b-92ef-34da825c1818" providerId="AD" clId="Web-{40624DBC-6D13-4483-9FC2-0CFF74D7E4EA}" dt="2025-05-15T10:46:12.953" v="3" actId="20577"/>
      <pc:docMkLst>
        <pc:docMk/>
      </pc:docMkLst>
      <pc:sldChg chg="modSp">
        <pc:chgData name="ERDENESUVD BYAMBADORJ" userId="S::b210910101@must.edu.mn::a42c955e-9149-434b-92ef-34da825c1818" providerId="AD" clId="Web-{40624DBC-6D13-4483-9FC2-0CFF74D7E4EA}" dt="2025-05-15T10:46:12.953" v="3" actId="20577"/>
        <pc:sldMkLst>
          <pc:docMk/>
          <pc:sldMk cId="0" sldId="256"/>
        </pc:sldMkLst>
        <pc:spChg chg="mod">
          <ac:chgData name="ERDENESUVD BYAMBADORJ" userId="S::b210910101@must.edu.mn::a42c955e-9149-434b-92ef-34da825c1818" providerId="AD" clId="Web-{40624DBC-6D13-4483-9FC2-0CFF74D7E4EA}" dt="2025-05-15T10:46:12.953" v="3" actId="20577"/>
          <ac:spMkLst>
            <pc:docMk/>
            <pc:sldMk cId="0" sldId="256"/>
            <ac:spMk id="5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50380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2450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8393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377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3358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0700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Angular фреймворк-Сүүлийн жилүүдэд Angular,React, гэх Javascript сангуудын хөгжлөөр интернэт програмчлалд динамип ажиллагаатай сайт боловсруулахад шинэ давалгаа үүссэн.Angular бол Google компани боловсруулсан нээлттэй эх код бүхий JavaScript сан буюу Фреймворк.​Node.js-Node.js гэдэг нь JavaScript дээр бичигдсэн кодыг ажиллуулж чадах орчин. (runtime environment)​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Node.js нь анх browser дотор л ажилладаг байсан JavaScript-ийг дөнгөнөөс нь мулталж, гадна талд ажиллах боломжтой болгосон технологи юм.Cross Platform​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(Windows, Linux, Unix, Mac OS X, etc.)​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Бараг л бүх төрлийн төсөлд хэрэглэх боломжтой. (except CPU intensive)​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Similar : JavaScript мэддэг хүмүүс шинэ зүйл сурах хэрэггүй​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V8 хөдөлгүүр, Single Threaded &amp; Non-blocking I/O загварын ачаар өндөр performance үзүүлэх чадалтай​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Node.js ашиглан хийх боломжтой аппын жишээ​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Server Side Web : CPU их ачаалсан тооцоолол хийдэггүй жирийн вэб аппликэйшн​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Chat : Бага хэмжээтэй ч трафик ихтэй аппликэйшн (сонгодог жишээ)​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5882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9802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31a47f925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31a47f9259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131a47f9259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022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" name="Google Shape;3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0969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1488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819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9335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2f3b78c6ca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2f3b78c6ca_2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12f3b78c6ca_2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7991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4295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rgbClr val="F2F2F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>
            <a:spLocks noGrp="1"/>
          </p:cNvSpPr>
          <p:nvPr>
            <p:ph type="pic" idx="2"/>
          </p:nvPr>
        </p:nvSpPr>
        <p:spPr>
          <a:xfrm>
            <a:off x="0" y="0"/>
            <a:ext cx="7335077" cy="510301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8" name="Google Shape;58;p8"/>
          <p:cNvSpPr txBox="1">
            <a:spLocks noGrp="1"/>
          </p:cNvSpPr>
          <p:nvPr>
            <p:ph type="ctrTitle"/>
          </p:nvPr>
        </p:nvSpPr>
        <p:spPr>
          <a:xfrm>
            <a:off x="6343650" y="2098766"/>
            <a:ext cx="2800350" cy="7602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6343650" y="2968279"/>
            <a:ext cx="2182757" cy="237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72000" bIns="45700" anchor="ctr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3"/>
          </p:nvPr>
        </p:nvSpPr>
        <p:spPr>
          <a:xfrm>
            <a:off x="6343650" y="3230042"/>
            <a:ext cx="2182757" cy="237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72000" bIns="45700" anchor="ctr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4"/>
          </p:nvPr>
        </p:nvSpPr>
        <p:spPr>
          <a:xfrm>
            <a:off x="6343650" y="3491804"/>
            <a:ext cx="2182757" cy="237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72000" bIns="45700" anchor="ctr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5"/>
          </p:nvPr>
        </p:nvSpPr>
        <p:spPr>
          <a:xfrm>
            <a:off x="6343650" y="3753567"/>
            <a:ext cx="2182757" cy="237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72000" bIns="45700" anchor="ctr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8820000" y="5102513"/>
            <a:ext cx="324000" cy="409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0" y="5102513"/>
            <a:ext cx="7335078" cy="40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7335078" y="5102513"/>
            <a:ext cx="1484923" cy="40988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6343650" y="2014434"/>
            <a:ext cx="2800350" cy="861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3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Photo">
  <p:cSld name="Large Phot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>
            <a:spLocks noGrp="1"/>
          </p:cNvSpPr>
          <p:nvPr>
            <p:ph type="pic" idx="2"/>
          </p:nvPr>
        </p:nvSpPr>
        <p:spPr>
          <a:xfrm>
            <a:off x="0" y="1"/>
            <a:ext cx="9144000" cy="477851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4572000" y="4019551"/>
            <a:ext cx="4248000" cy="4244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000" tIns="180000" rIns="180000" bIns="180000" anchor="ctr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6758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324000" y="756000"/>
            <a:ext cx="8496000" cy="3887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806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with Image">
  <p:cSld name="Title Slide with Image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>
            <a:spLocks noGrp="1"/>
          </p:cNvSpPr>
          <p:nvPr>
            <p:ph type="pic" idx="2"/>
          </p:nvPr>
        </p:nvSpPr>
        <p:spPr>
          <a:xfrm>
            <a:off x="0" y="0"/>
            <a:ext cx="7335441" cy="510301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2400300" y="2108290"/>
            <a:ext cx="6743700" cy="9459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2400300" y="3045779"/>
            <a:ext cx="4935141" cy="435691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7335078" y="5102513"/>
            <a:ext cx="1484923" cy="40988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0" y="5102513"/>
            <a:ext cx="7335078" cy="40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820000" y="5102513"/>
            <a:ext cx="324000" cy="409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335441" y="2023959"/>
            <a:ext cx="1808559" cy="861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6284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6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523" y="404247"/>
            <a:ext cx="2803217" cy="57605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04962" y="1455899"/>
            <a:ext cx="6499980" cy="10464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2800" b="1" dirty="0">
                <a:solidFill>
                  <a:srgbClr val="0000CC"/>
                </a:solidFill>
                <a:latin typeface="Calibri"/>
                <a:cs typeface="Calibri"/>
              </a:rPr>
              <a:t>ӨӨРИЙН СЭДВИЙН НЭР- ТУШААЛЫН ДАГУУ БАЙХ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2361200" y="2852902"/>
            <a:ext cx="4384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ОВОГ НЭР БҮТНЭЭР</a:t>
            </a:r>
            <a:endParaRPr sz="1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-36850" y="3568125"/>
            <a:ext cx="91809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dirty="0">
                <a:solidFill>
                  <a:srgbClr val="002060"/>
                </a:solidFill>
              </a:rPr>
              <a:t>Удирдагч багш: Доктор</a:t>
            </a:r>
            <a:r>
              <a:rPr lang="mn-MN" dirty="0">
                <a:solidFill>
                  <a:srgbClr val="002060"/>
                </a:solidFill>
              </a:rPr>
              <a:t> (Ph.D)</a:t>
            </a:r>
            <a:r>
              <a:rPr lang="en" dirty="0">
                <a:solidFill>
                  <a:srgbClr val="002060"/>
                </a:solidFill>
              </a:rPr>
              <a:t> </a:t>
            </a:r>
          </a:p>
          <a:p>
            <a:r>
              <a:rPr lang="mn-MN" dirty="0">
                <a:solidFill>
                  <a:srgbClr val="002060"/>
                </a:solidFill>
              </a:rPr>
              <a:t>			   Зөвлөх багш: Магистр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357188" y="4324222"/>
            <a:ext cx="264291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202</a:t>
            </a:r>
            <a:r>
              <a:rPr lang="mn-MN" b="1" dirty="0"/>
              <a:t>5</a:t>
            </a:r>
            <a:r>
              <a:rPr lang="en" b="1" dirty="0"/>
              <a:t> оны </a:t>
            </a:r>
            <a:r>
              <a:rPr lang="mn-MN" b="1" dirty="0"/>
              <a:t>12 </a:t>
            </a:r>
            <a:r>
              <a:rPr lang="en" b="1" dirty="0"/>
              <a:t>сарын </a:t>
            </a:r>
            <a:r>
              <a:rPr lang="mn-MN" b="1" dirty="0"/>
              <a:t>22</a:t>
            </a:r>
            <a:r>
              <a:rPr lang="en-US" b="1"/>
              <a:t> or </a:t>
            </a:r>
            <a:r>
              <a:rPr lang="mn-MN" b="1"/>
              <a:t>23</a:t>
            </a:r>
            <a:endParaRPr b="1" dirty="0"/>
          </a:p>
        </p:txBody>
      </p:sp>
      <p:sp>
        <p:nvSpPr>
          <p:cNvPr id="2" name="Rectangle 1"/>
          <p:cNvSpPr/>
          <p:nvPr/>
        </p:nvSpPr>
        <p:spPr>
          <a:xfrm>
            <a:off x="5628018" y="405196"/>
            <a:ext cx="29017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mn-MN" b="1" dirty="0">
                <a:solidFill>
                  <a:srgbClr val="002060"/>
                </a:solidFill>
              </a:rPr>
              <a:t>Компьютерын Ухааны Тэнхим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440883" y="1"/>
            <a:ext cx="7886700" cy="811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lnSpc>
                <a:spcPct val="90000"/>
              </a:lnSpc>
              <a:buClr>
                <a:srgbClr val="7030A0"/>
              </a:buClr>
              <a:buSzPts val="4400"/>
            </a:pPr>
            <a:r>
              <a:rPr lang="en-US" b="1" err="1">
                <a:solidFill>
                  <a:srgbClr val="7030A0"/>
                </a:solidFill>
              </a:rPr>
              <a:t>Агуулга</a:t>
            </a:r>
            <a:endParaRPr b="1">
              <a:solidFill>
                <a:srgbClr val="7030A0"/>
              </a:solidFill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440883" y="630150"/>
            <a:ext cx="5588775" cy="41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Удиртгал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Зорилго, 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зорилт</a:t>
            </a:r>
            <a:endParaRPr sz="525" dirty="0"/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Систем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хөгжүүлэх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үндэслэл</a:t>
            </a:r>
            <a:endParaRPr sz="525" dirty="0"/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Системийн 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судлагдсан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байдал</a:t>
            </a:r>
            <a:endParaRPr sz="525" dirty="0"/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Ашиглагдах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технологи</a:t>
            </a:r>
            <a:endParaRPr lang="mn-MN"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mn-MN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Архитектур</a:t>
            </a:r>
            <a:endParaRPr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Calibri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Хэрэглэгчийн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урсгалын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диаграмм</a:t>
            </a:r>
            <a:endParaRPr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Calibri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Класс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диаграмм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Хөгжүүлсэн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mn-MN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системийн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зохиомж</a:t>
            </a:r>
            <a:endParaRPr sz="525" dirty="0"/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Дүгнэлт</a:t>
            </a:r>
            <a:endParaRPr sz="525" dirty="0"/>
          </a:p>
          <a:p>
            <a:pPr algn="just">
              <a:lnSpc>
                <a:spcPct val="150000"/>
              </a:lnSpc>
              <a:buSzPts val="3200"/>
            </a:pPr>
            <a:endParaRPr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2167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>
            <a:spLocks noGrp="1"/>
          </p:cNvSpPr>
          <p:nvPr>
            <p:ph type="title"/>
          </p:nvPr>
        </p:nvSpPr>
        <p:spPr>
          <a:xfrm>
            <a:off x="331811" y="123584"/>
            <a:ext cx="7416705" cy="69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en-US" b="1">
                <a:solidFill>
                  <a:srgbClr val="0000CC"/>
                </a:solidFill>
              </a:rPr>
              <a:t>Удиртгал</a:t>
            </a:r>
            <a:r>
              <a:rPr lang="en-US" b="1"/>
              <a:t> </a:t>
            </a:r>
            <a:endParaRPr b="1"/>
          </a:p>
        </p:txBody>
      </p:sp>
      <p:sp>
        <p:nvSpPr>
          <p:cNvPr id="256" name="Google Shape;256;p33"/>
          <p:cNvSpPr txBox="1">
            <a:spLocks noGrp="1"/>
          </p:cNvSpPr>
          <p:nvPr>
            <p:ph type="body" idx="1"/>
          </p:nvPr>
        </p:nvSpPr>
        <p:spPr>
          <a:xfrm>
            <a:off x="127095" y="836957"/>
            <a:ext cx="6096284" cy="372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28625" indent="-433705" algn="just">
              <a:lnSpc>
                <a:spcPct val="105000"/>
              </a:lnSpc>
              <a:spcBef>
                <a:spcPts val="0"/>
              </a:spcBef>
              <a:buSzPts val="970"/>
              <a:buFont typeface="Wingdings" panose="05000000000000000000" pitchFamily="2" charset="2"/>
              <a:buChar char="§"/>
            </a:pP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Мэдээлэл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харилцаа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холбоо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технологийн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хөгжил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нь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бидний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амьдралын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хэв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маяг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хандлага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ертөнцийг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үзэх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үзлийг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өөрчилж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бид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ч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тэдгээр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өөрчлөлт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тэр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дундаа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шинэ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технологийн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хэрэглээнд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улам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бүр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дасан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зохицсоор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байна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Эдгээр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шинэ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технологи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болон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системүүдийн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салшгүй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нэг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хэсэг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нь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mn-MN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аппликейшн хөгжүүлэх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юм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100">
                <a:solidFill>
                  <a:schemeClr val="accent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2108">
              <a:solidFill>
                <a:schemeClr val="accent5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indent="-342900" algn="just">
              <a:lnSpc>
                <a:spcPct val="105000"/>
              </a:lnSpc>
              <a:spcBef>
                <a:spcPts val="0"/>
              </a:spcBef>
              <a:buSzPts val="970"/>
            </a:pP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</a:t>
            </a:r>
            <a:r>
              <a:rPr lang="mn-MN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этгэл судлалын аппликейшн хөгжүүлснээр хүний сэтгэл зүйг эмчгүйгээр  оношлох юм.</a:t>
            </a:r>
            <a:endParaRPr sz="21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80000"/>
              </a:lnSpc>
              <a:buSzPts val="1626"/>
              <a:buNone/>
            </a:pPr>
            <a:endParaRPr sz="16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3</a:t>
            </a:fld>
            <a:endParaRPr/>
          </a:p>
        </p:txBody>
      </p:sp>
      <p:pic>
        <p:nvPicPr>
          <p:cNvPr id="258" name="Google Shape;258;p33"/>
          <p:cNvPicPr preferRelativeResize="0"/>
          <p:nvPr/>
        </p:nvPicPr>
        <p:blipFill rotWithShape="1">
          <a:blip r:embed="rId3">
            <a:alphaModFix/>
          </a:blip>
          <a:srcRect l="14862" t="7803" r="18408" b="29437"/>
          <a:stretch/>
        </p:blipFill>
        <p:spPr>
          <a:xfrm>
            <a:off x="6540263" y="2894388"/>
            <a:ext cx="2243319" cy="150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5120" y="971270"/>
            <a:ext cx="2653606" cy="17898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417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>
            <a:spLocks noGrp="1"/>
          </p:cNvSpPr>
          <p:nvPr>
            <p:ph type="title"/>
          </p:nvPr>
        </p:nvSpPr>
        <p:spPr>
          <a:xfrm>
            <a:off x="273491" y="0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lnSpc>
                <a:spcPct val="90000"/>
              </a:lnSpc>
              <a:buClr>
                <a:srgbClr val="0000FF"/>
              </a:buClr>
              <a:buSzPts val="4400"/>
            </a:pPr>
            <a:r>
              <a:rPr lang="en-US" b="1" err="1">
                <a:solidFill>
                  <a:srgbClr val="0000FF"/>
                </a:solidFill>
              </a:rPr>
              <a:t>Судалгааны</a:t>
            </a:r>
            <a:r>
              <a:rPr lang="en-US" b="1">
                <a:solidFill>
                  <a:srgbClr val="0000FF"/>
                </a:solidFill>
              </a:rPr>
              <a:t> </a:t>
            </a:r>
            <a:r>
              <a:rPr lang="en-US" b="1" err="1">
                <a:solidFill>
                  <a:srgbClr val="0000FF"/>
                </a:solidFill>
              </a:rPr>
              <a:t>ажлын</a:t>
            </a:r>
            <a:r>
              <a:rPr lang="en-US" b="1">
                <a:solidFill>
                  <a:srgbClr val="0000FF"/>
                </a:solidFill>
              </a:rPr>
              <a:t> </a:t>
            </a:r>
            <a:r>
              <a:rPr lang="en-US" b="1" err="1">
                <a:solidFill>
                  <a:srgbClr val="0000FF"/>
                </a:solidFill>
              </a:rPr>
              <a:t>зорилго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65" name="Google Shape;265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4</a:t>
            </a:fld>
            <a:endParaRPr/>
          </a:p>
        </p:txBody>
      </p:sp>
      <p:sp>
        <p:nvSpPr>
          <p:cNvPr id="266" name="Google Shape;266;p34"/>
          <p:cNvSpPr/>
          <p:nvPr/>
        </p:nvSpPr>
        <p:spPr>
          <a:xfrm>
            <a:off x="273490" y="994275"/>
            <a:ext cx="8467901" cy="3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just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Хувь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хүний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эрүүл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мэнд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рүү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чиглэсэн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эрүүл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амьдралын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хэв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маягыг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хөгжүүлэх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mn-MN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сэтгэл судлалын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апп</a:t>
            </a:r>
            <a:r>
              <a:rPr lang="mn-MN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ликейшнийг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хөгжүүлнэ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Үүнд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</a:t>
            </a:r>
            <a:endParaRPr sz="2325">
              <a:solidFill>
                <a:srgbClr val="0000CC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Төгсөлтийн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ажилтай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холбоотой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тухайн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ажлын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судалгаа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хийх</a:t>
            </a:r>
            <a:endParaRPr sz="2325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Ижил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төстэй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системүүдийн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талаар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судалгаа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хийх</a:t>
            </a:r>
            <a:endParaRPr sz="2325">
              <a:solidFill>
                <a:srgbClr val="C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Системийн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хүрээ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хязгаар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зах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зээлийг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тодорхойлох</a:t>
            </a:r>
            <a:endParaRPr sz="2325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Хөгжүүлэлтэд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ашиглагдах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архитектур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технологи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программ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хангамж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системийн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шаардлагуудыг</a:t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тодорхойлох</a:t>
            </a:r>
            <a:endParaRPr sz="2325">
              <a:solidFill>
                <a:srgbClr val="C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Хэрэглэгчийн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интерфэйс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гаргаж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аппликейшн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хөгжүүлэх</a:t>
            </a:r>
            <a:endParaRPr sz="2325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buSzPts val="3900"/>
            </a:pPr>
            <a:endParaRPr sz="2925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1261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/>
          <p:nvPr/>
        </p:nvSpPr>
        <p:spPr>
          <a:xfrm>
            <a:off x="-471242" y="1446144"/>
            <a:ext cx="22606221" cy="34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496492" y="921543"/>
            <a:ext cx="3975496" cy="330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257175" indent="-257175" algn="just">
              <a:buSzPts val="2600"/>
              <a:buFont typeface="Arial" panose="020B0604020202020204" pitchFamily="34" charset="0"/>
              <a:buChar char="•"/>
            </a:pPr>
            <a:r>
              <a:rPr lang="mn-M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Монголын зах зээлд одоогоор сэтгэл судлалын талаар мэдээлэл хомс учраас энэхүү сэтгэл судлалын апп амжилттай хэрэгжвэл олон хүмүүс хэрэглэх боломжтой апп болно.</a:t>
            </a:r>
          </a:p>
          <a:p>
            <a:pPr marL="257175" indent="-257175" algn="just">
              <a:buSzPts val="2600"/>
              <a:buFont typeface="Arial" panose="020B0604020202020204" pitchFamily="34" charset="0"/>
              <a:buChar char="•"/>
            </a:pPr>
            <a:endParaRPr lang="mn-MN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57175" algn="just">
              <a:buSzPts val="2600"/>
              <a:buFont typeface="Arial" panose="020B0604020202020204" pitchFamily="34" charset="0"/>
              <a:buChar char="•"/>
            </a:pPr>
            <a:r>
              <a:rPr lang="mn-M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Сэтгэл санааны хямралын талаар зөвөлгөө авах хүмүүсийн тоо жилээс жилд нэмэгдсээр байгаа. Иймд энэхүү аппликейшнг үнэгүй хэрэглэх хүмүүсийн тоо нэмэгдэх боломжтой.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buSzPts val="2900"/>
            </a:pPr>
            <a:endParaRPr sz="18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buSzPts val="2700"/>
            </a:pPr>
            <a:endParaRPr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5"/>
          <p:cNvSpPr txBox="1">
            <a:spLocks noGrp="1"/>
          </p:cNvSpPr>
          <p:nvPr>
            <p:ph type="title"/>
          </p:nvPr>
        </p:nvSpPr>
        <p:spPr>
          <a:xfrm>
            <a:off x="610792" y="142481"/>
            <a:ext cx="7097426" cy="57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000FF"/>
              </a:buClr>
              <a:buSzPts val="4000"/>
            </a:pPr>
            <a:r>
              <a:rPr lang="en-US" sz="3000" b="1" err="1">
                <a:solidFill>
                  <a:srgbClr val="0000FF"/>
                </a:solidFill>
              </a:rPr>
              <a:t>Систем</a:t>
            </a:r>
            <a:r>
              <a:rPr lang="en-US" sz="3000" b="1">
                <a:solidFill>
                  <a:srgbClr val="0000FF"/>
                </a:solidFill>
              </a:rPr>
              <a:t> </a:t>
            </a:r>
            <a:r>
              <a:rPr lang="en-US" sz="3000" b="1" err="1">
                <a:solidFill>
                  <a:srgbClr val="0000FF"/>
                </a:solidFill>
              </a:rPr>
              <a:t>хөгжүүлэх</a:t>
            </a:r>
            <a:r>
              <a:rPr lang="en-US" sz="3000" b="1">
                <a:solidFill>
                  <a:srgbClr val="0000FF"/>
                </a:solidFill>
              </a:rPr>
              <a:t> </a:t>
            </a:r>
            <a:r>
              <a:rPr lang="en-US" sz="3000" b="1" err="1">
                <a:solidFill>
                  <a:srgbClr val="0000FF"/>
                </a:solidFill>
              </a:rPr>
              <a:t>үндэслэл</a:t>
            </a:r>
            <a:endParaRPr sz="3000" b="1">
              <a:solidFill>
                <a:srgbClr val="0000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5840FC-EE3F-4648-5038-41227B6BC0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782"/>
          <a:stretch/>
        </p:blipFill>
        <p:spPr>
          <a:xfrm>
            <a:off x="4818459" y="996196"/>
            <a:ext cx="3975496" cy="360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8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/>
          <p:nvPr/>
        </p:nvSpPr>
        <p:spPr>
          <a:xfrm>
            <a:off x="189964" y="520564"/>
            <a:ext cx="874184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just">
              <a:lnSpc>
                <a:spcPct val="90000"/>
              </a:lnSpc>
              <a:buClr>
                <a:srgbClr val="0000FF"/>
              </a:buClr>
              <a:buSzPts val="2600"/>
            </a:pPr>
            <a:r>
              <a:rPr lang="en-US" sz="225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Системийг боловсруулахдаа дараах программ хангамжууд болон технологийг ашиглаж байна. Үүнд: </a:t>
            </a:r>
            <a:endParaRPr sz="225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189963" y="111937"/>
            <a:ext cx="7769181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buSzPts val="3200"/>
            </a:pPr>
            <a:r>
              <a:rPr lang="en-US" sz="30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Ашиглагдсан технологи</a:t>
            </a:r>
            <a:endParaRPr sz="30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323227" y="1484780"/>
            <a:ext cx="2596574" cy="2473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React.js</a:t>
            </a:r>
            <a:endParaRPr sz="1050"/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sz="2250">
              <a:latin typeface="Calibri"/>
              <a:ea typeface="Calibri"/>
              <a:cs typeface="Calibri"/>
              <a:sym typeface="Calibri"/>
            </a:endParaRPr>
          </a:p>
          <a:p>
            <a:pPr marL="214313" indent="-214313">
              <a:buClr>
                <a:srgbClr val="FFFFFF"/>
              </a:buClr>
              <a:buSzPts val="2800"/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Back-End-Node JS </a:t>
            </a:r>
            <a:endParaRPr sz="2250"/>
          </a:p>
        </p:txBody>
      </p:sp>
      <p:pic>
        <p:nvPicPr>
          <p:cNvPr id="300" name="Google Shape;30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5255" y="1024801"/>
            <a:ext cx="1984276" cy="179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0299" y="2622005"/>
            <a:ext cx="1494190" cy="1551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9E6488-3712-D6EB-0235-76686822A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711" y="1723444"/>
            <a:ext cx="1765707" cy="1797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588C63-5E30-9B6C-D85E-A82953EA6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9452" y="1620832"/>
            <a:ext cx="2900597" cy="24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35076" y="4778513"/>
            <a:ext cx="1484923" cy="323996"/>
            <a:chOff x="0" y="0"/>
            <a:chExt cx="3959794" cy="8639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59733" cy="863981"/>
            </a:xfrm>
            <a:custGeom>
              <a:avLst/>
              <a:gdLst/>
              <a:ahLst/>
              <a:cxnLst/>
              <a:rect l="l" t="t" r="r" b="b"/>
              <a:pathLst>
                <a:path w="3959733" h="863981">
                  <a:moveTo>
                    <a:pt x="0" y="0"/>
                  </a:moveTo>
                  <a:lnTo>
                    <a:pt x="3959733" y="0"/>
                  </a:lnTo>
                  <a:lnTo>
                    <a:pt x="3959733" y="863981"/>
                  </a:lnTo>
                  <a:lnTo>
                    <a:pt x="0" y="86398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335078" y="5102513"/>
            <a:ext cx="1484923" cy="40988"/>
            <a:chOff x="0" y="0"/>
            <a:chExt cx="3959794" cy="109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59733" cy="109347"/>
            </a:xfrm>
            <a:custGeom>
              <a:avLst/>
              <a:gdLst/>
              <a:ahLst/>
              <a:cxnLst/>
              <a:rect l="l" t="t" r="r" b="b"/>
              <a:pathLst>
                <a:path w="3959733" h="109347">
                  <a:moveTo>
                    <a:pt x="0" y="0"/>
                  </a:moveTo>
                  <a:lnTo>
                    <a:pt x="3959733" y="0"/>
                  </a:lnTo>
                  <a:lnTo>
                    <a:pt x="3959733" y="109347"/>
                  </a:lnTo>
                  <a:lnTo>
                    <a:pt x="0" y="109347"/>
                  </a:lnTo>
                  <a:close/>
                </a:path>
              </a:pathLst>
            </a:custGeom>
            <a:solidFill>
              <a:srgbClr val="D0CEC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4778513"/>
            <a:ext cx="7335077" cy="324000"/>
            <a:chOff x="0" y="0"/>
            <a:chExt cx="19560204" cy="8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60160" cy="863981"/>
            </a:xfrm>
            <a:custGeom>
              <a:avLst/>
              <a:gdLst/>
              <a:ahLst/>
              <a:cxnLst/>
              <a:rect l="l" t="t" r="r" b="b"/>
              <a:pathLst>
                <a:path w="19560160" h="863981">
                  <a:moveTo>
                    <a:pt x="0" y="0"/>
                  </a:moveTo>
                  <a:lnTo>
                    <a:pt x="19560160" y="0"/>
                  </a:lnTo>
                  <a:lnTo>
                    <a:pt x="19560160" y="863981"/>
                  </a:lnTo>
                  <a:lnTo>
                    <a:pt x="0" y="863981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5102513"/>
            <a:ext cx="7335078" cy="40988"/>
            <a:chOff x="0" y="0"/>
            <a:chExt cx="19560208" cy="109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60160" cy="109347"/>
            </a:xfrm>
            <a:custGeom>
              <a:avLst/>
              <a:gdLst/>
              <a:ahLst/>
              <a:cxnLst/>
              <a:rect l="l" t="t" r="r" b="b"/>
              <a:pathLst>
                <a:path w="19560160" h="109347">
                  <a:moveTo>
                    <a:pt x="0" y="0"/>
                  </a:moveTo>
                  <a:lnTo>
                    <a:pt x="19560160" y="0"/>
                  </a:lnTo>
                  <a:lnTo>
                    <a:pt x="19560160" y="109347"/>
                  </a:lnTo>
                  <a:lnTo>
                    <a:pt x="0" y="109347"/>
                  </a:lnTo>
                  <a:close/>
                </a:path>
              </a:pathLst>
            </a:custGeom>
            <a:solidFill>
              <a:srgbClr val="ED7D31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820000" y="5102513"/>
            <a:ext cx="324000" cy="40988"/>
            <a:chOff x="0" y="0"/>
            <a:chExt cx="864000" cy="10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3981" cy="109347"/>
            </a:xfrm>
            <a:custGeom>
              <a:avLst/>
              <a:gdLst/>
              <a:ahLst/>
              <a:cxnLst/>
              <a:rect l="l" t="t" r="r" b="b"/>
              <a:pathLst>
                <a:path w="863981" h="109347">
                  <a:moveTo>
                    <a:pt x="0" y="0"/>
                  </a:moveTo>
                  <a:lnTo>
                    <a:pt x="863981" y="0"/>
                  </a:lnTo>
                  <a:lnTo>
                    <a:pt x="863981" y="109347"/>
                  </a:lnTo>
                  <a:lnTo>
                    <a:pt x="0" y="109347"/>
                  </a:lnTo>
                  <a:close/>
                </a:path>
              </a:pathLst>
            </a:custGeom>
            <a:solidFill>
              <a:srgbClr val="5B9BD5"/>
            </a:solidFill>
          </p:spPr>
        </p:sp>
      </p:grpSp>
      <p:sp>
        <p:nvSpPr>
          <p:cNvPr id="12" name="AutoShape 12"/>
          <p:cNvSpPr/>
          <p:nvPr/>
        </p:nvSpPr>
        <p:spPr>
          <a:xfrm rot="2683">
            <a:off x="-3573" y="4778513"/>
            <a:ext cx="9151146" cy="0"/>
          </a:xfrm>
          <a:prstGeom prst="line">
            <a:avLst/>
          </a:prstGeom>
          <a:ln w="9525" cap="rnd">
            <a:solidFill>
              <a:srgbClr val="F2F2F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7728038" y="4961356"/>
            <a:ext cx="69900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38"/>
              </a:lnSpc>
            </a:pPr>
            <a:r>
              <a:rPr lang="en-US" sz="1875" spc="-8">
                <a:solidFill>
                  <a:srgbClr val="5B9BD5"/>
                </a:solidFill>
                <a:latin typeface="Carlito Bold"/>
              </a:rPr>
              <a:t>TREY </a:t>
            </a:r>
          </a:p>
          <a:p>
            <a:pPr algn="r">
              <a:lnSpc>
                <a:spcPts val="450"/>
              </a:lnSpc>
            </a:pPr>
            <a:r>
              <a:rPr lang="en-US" sz="900" spc="-4">
                <a:solidFill>
                  <a:srgbClr val="3F3F3F"/>
                </a:solidFill>
                <a:latin typeface="Carlito"/>
              </a:rPr>
              <a:t>research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8221" y="47270"/>
            <a:ext cx="779527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spc="-14">
                <a:solidFill>
                  <a:srgbClr val="0000FF"/>
                </a:solidFill>
                <a:latin typeface="Carlito Bold"/>
              </a:rPr>
              <a:t>Архитектур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3663" y="4771063"/>
            <a:ext cx="196597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-4">
                <a:solidFill>
                  <a:srgbClr val="888888"/>
                </a:solidFill>
                <a:latin typeface="Carlito"/>
              </a:rPr>
              <a:t>10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3141" y="895350"/>
            <a:ext cx="4423160" cy="3200400"/>
          </a:xfrm>
          <a:custGeom>
            <a:avLst/>
            <a:gdLst/>
            <a:ahLst/>
            <a:cxnLst/>
            <a:rect l="l" t="t" r="r" b="b"/>
            <a:pathLst>
              <a:path w="11594684" h="6766303">
                <a:moveTo>
                  <a:pt x="0" y="0"/>
                </a:moveTo>
                <a:lnTo>
                  <a:pt x="11594684" y="0"/>
                </a:lnTo>
                <a:lnTo>
                  <a:pt x="11594684" y="6766302"/>
                </a:lnTo>
                <a:lnTo>
                  <a:pt x="0" y="676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7" name="Picture 16" descr="CN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463" y="881843"/>
            <a:ext cx="3912513" cy="321390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 18"/>
          <p:cNvSpPr/>
          <p:nvPr/>
        </p:nvSpPr>
        <p:spPr>
          <a:xfrm>
            <a:off x="6476108" y="4227989"/>
            <a:ext cx="119295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>
                <a:latin typeface="Times New Roman" panose="02020603050405020304" pitchFamily="18" charset="0"/>
                <a:ea typeface="SimSun" panose="02010600030101010101" pitchFamily="2" charset="-122"/>
              </a:rPr>
              <a:t>CNN </a:t>
            </a:r>
            <a:r>
              <a:rPr lang="mn-MN" sz="1100">
                <a:latin typeface="Times New Roman" panose="02020603050405020304" pitchFamily="18" charset="0"/>
                <a:ea typeface="SimSun" panose="02010600030101010101" pitchFamily="2" charset="-122"/>
              </a:rPr>
              <a:t>архитектур</a:t>
            </a:r>
            <a:endParaRPr lang="en-US" sz="11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55113" y="4261657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n-MN" sz="1100">
                <a:latin typeface="Times New Roman" panose="02020603050405020304" pitchFamily="18" charset="0"/>
                <a:ea typeface="SimSun" panose="02010600030101010101" pitchFamily="2" charset="-122"/>
              </a:rPr>
              <a:t>Системийн архитектур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20902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>
            <a:spLocks noGrp="1"/>
          </p:cNvSpPr>
          <p:nvPr>
            <p:ph type="title"/>
          </p:nvPr>
        </p:nvSpPr>
        <p:spPr>
          <a:xfrm>
            <a:off x="269829" y="0"/>
            <a:ext cx="7886700" cy="818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lnSpc>
                <a:spcPct val="90000"/>
              </a:lnSpc>
              <a:buSzPts val="1800"/>
            </a:pPr>
            <a:r>
              <a:rPr lang="en-US" sz="3000" b="1">
                <a:solidFill>
                  <a:srgbClr val="0000FF"/>
                </a:solidFill>
              </a:rPr>
              <a:t>Хэрэглэгчийн урсгалын диаграмм </a:t>
            </a:r>
            <a:endParaRPr sz="3000" b="1">
              <a:solidFill>
                <a:srgbClr val="0000FF"/>
              </a:solidFill>
            </a:endParaRPr>
          </a:p>
        </p:txBody>
      </p:sp>
      <p:sp>
        <p:nvSpPr>
          <p:cNvPr id="309" name="Google Shape;309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8</a:t>
            </a:fld>
            <a:endParaRPr/>
          </a:p>
        </p:txBody>
      </p:sp>
      <p:sp>
        <p:nvSpPr>
          <p:cNvPr id="310" name="Google Shape;310;p39"/>
          <p:cNvSpPr txBox="1"/>
          <p:nvPr/>
        </p:nvSpPr>
        <p:spPr>
          <a:xfrm>
            <a:off x="187943" y="891433"/>
            <a:ext cx="3691433" cy="262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600"/>
              </a:spcBef>
              <a:buSzPts val="28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Use case буюу хэрэглэгчийн урсгалын  </a:t>
            </a:r>
            <a:r>
              <a:rPr lang="en-US" sz="2100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диаграмм нь системийн үйл</a:t>
            </a: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ажиллагааг оролцогчдоор илэрхийлдэг.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</a:pPr>
            <a:endParaRPr sz="2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14313" indent="-80963" algn="just">
              <a:spcBef>
                <a:spcPts val="1200"/>
              </a:spcBef>
              <a:buSzPts val="2800"/>
            </a:pP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EBA95D-E22E-3B0A-D0CA-664973D34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645" y="808300"/>
            <a:ext cx="4665690" cy="368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1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>
            <a:spLocks noGrp="1"/>
          </p:cNvSpPr>
          <p:nvPr>
            <p:ph type="title"/>
          </p:nvPr>
        </p:nvSpPr>
        <p:spPr>
          <a:xfrm>
            <a:off x="222508" y="0"/>
            <a:ext cx="7886700" cy="675564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en-US" sz="3000" b="1" err="1">
                <a:solidFill>
                  <a:srgbClr val="0000FF"/>
                </a:solidFill>
              </a:rPr>
              <a:t>Класс</a:t>
            </a:r>
            <a:r>
              <a:rPr lang="en-US" sz="3000" b="1">
                <a:solidFill>
                  <a:srgbClr val="0000FF"/>
                </a:solidFill>
              </a:rPr>
              <a:t> </a:t>
            </a:r>
            <a:r>
              <a:rPr lang="en-US" sz="3000" b="1" err="1">
                <a:solidFill>
                  <a:srgbClr val="0000FF"/>
                </a:solidFill>
              </a:rPr>
              <a:t>диаграмм</a:t>
            </a:r>
            <a:r>
              <a:rPr lang="en-US" sz="3000" b="1">
                <a:solidFill>
                  <a:srgbClr val="0000FF"/>
                </a:solidFill>
              </a:rPr>
              <a:t> </a:t>
            </a:r>
            <a:endParaRPr/>
          </a:p>
        </p:txBody>
      </p:sp>
      <p:sp>
        <p:nvSpPr>
          <p:cNvPr id="326" name="Google Shape;326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9</a:t>
            </a:fld>
            <a:endParaRPr/>
          </a:p>
        </p:txBody>
      </p:sp>
      <p:pic>
        <p:nvPicPr>
          <p:cNvPr id="327" name="Google Shape;3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186" y="1295194"/>
            <a:ext cx="7624833" cy="38483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19;p40"/>
          <p:cNvSpPr txBox="1"/>
          <p:nvPr/>
        </p:nvSpPr>
        <p:spPr>
          <a:xfrm>
            <a:off x="222508" y="452294"/>
            <a:ext cx="8558972" cy="839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525"/>
              </a:spcBef>
              <a:buSzPts val="2800"/>
              <a:buFont typeface="Arial"/>
              <a:buChar char="•"/>
            </a:pP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Класс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диаграмм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нь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системийн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классууд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тэдгээрийн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шинж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чанарууд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болон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класс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хоорондын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хамаарал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зэргээр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системийн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бүтцийг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тодорхойлдог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2175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Google Shape;325;p41"/>
          <p:cNvSpPr txBox="1">
            <a:spLocks noGrp="1"/>
          </p:cNvSpPr>
          <p:nvPr>
            <p:ph type="title"/>
          </p:nvPr>
        </p:nvSpPr>
        <p:spPr>
          <a:xfrm>
            <a:off x="186719" y="1"/>
            <a:ext cx="7886700" cy="634841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mn-MN" sz="2700" b="1">
                <a:solidFill>
                  <a:srgbClr val="0000FF"/>
                </a:solidFill>
              </a:rPr>
              <a:t>Үйл ажиллагааны</a:t>
            </a:r>
            <a:r>
              <a:rPr lang="en-US" sz="2700" b="1">
                <a:solidFill>
                  <a:srgbClr val="0000FF"/>
                </a:solidFill>
              </a:rPr>
              <a:t> </a:t>
            </a:r>
            <a:r>
              <a:rPr lang="en-US" sz="2700" b="1" err="1">
                <a:solidFill>
                  <a:srgbClr val="0000FF"/>
                </a:solidFill>
              </a:rPr>
              <a:t>диаграмм</a:t>
            </a:r>
            <a:r>
              <a:rPr lang="en-US" sz="2700" b="1">
                <a:solidFill>
                  <a:srgbClr val="0000FF"/>
                </a:solidFill>
              </a:rPr>
              <a:t> </a:t>
            </a:r>
            <a:endParaRPr sz="2700"/>
          </a:p>
        </p:txBody>
      </p:sp>
      <p:sp>
        <p:nvSpPr>
          <p:cNvPr id="6" name="Rectangle 5"/>
          <p:cNvSpPr/>
          <p:nvPr/>
        </p:nvSpPr>
        <p:spPr>
          <a:xfrm>
            <a:off x="862610" y="4462565"/>
            <a:ext cx="321915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n-MN" sz="1050"/>
              <a:t>Тест, бөглөх, үүсгэх үйл ажиллагааны диаграмм</a:t>
            </a:r>
            <a:endParaRPr lang="en-US" sz="1050"/>
          </a:p>
        </p:txBody>
      </p:sp>
      <p:sp>
        <p:nvSpPr>
          <p:cNvPr id="7" name="Rectangle 6"/>
          <p:cNvSpPr/>
          <p:nvPr/>
        </p:nvSpPr>
        <p:spPr>
          <a:xfrm>
            <a:off x="5439044" y="4461807"/>
            <a:ext cx="270298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n-MN" sz="1050"/>
              <a:t>Бүртгүүлэх үйл ажиллагааны диаграмм </a:t>
            </a:r>
            <a:endParaRPr lang="en-US" sz="10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95D7BB-8B71-6138-AF17-BFBFE2283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12" y="1114403"/>
            <a:ext cx="3458057" cy="30793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C60958-59AB-5722-C849-250E34541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65682"/>
            <a:ext cx="4093677" cy="328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29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Google Shape;325;p41"/>
          <p:cNvSpPr txBox="1">
            <a:spLocks noGrp="1"/>
          </p:cNvSpPr>
          <p:nvPr>
            <p:ph type="title"/>
          </p:nvPr>
        </p:nvSpPr>
        <p:spPr>
          <a:xfrm>
            <a:off x="128995" y="102394"/>
            <a:ext cx="7886700" cy="500938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mn-MN" sz="2700" b="1">
                <a:solidFill>
                  <a:srgbClr val="0000FF"/>
                </a:solidFill>
              </a:rPr>
              <a:t>Дараалллын </a:t>
            </a:r>
            <a:r>
              <a:rPr lang="en-US" sz="2700" b="1" err="1">
                <a:solidFill>
                  <a:srgbClr val="0000FF"/>
                </a:solidFill>
              </a:rPr>
              <a:t>диаграмм</a:t>
            </a:r>
            <a:r>
              <a:rPr lang="en-US" sz="2700" b="1">
                <a:solidFill>
                  <a:srgbClr val="0000FF"/>
                </a:solidFill>
              </a:rPr>
              <a:t> </a:t>
            </a:r>
            <a:endParaRPr sz="2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960368-B7FA-FDEB-1F6B-0DDD76FF1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14" y="755284"/>
            <a:ext cx="7170328" cy="376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66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61" y="72199"/>
            <a:ext cx="7886700" cy="500954"/>
          </a:xfrm>
        </p:spPr>
        <p:txBody>
          <a:bodyPr>
            <a:normAutofit fontScale="90000"/>
          </a:bodyPr>
          <a:lstStyle/>
          <a:p>
            <a:r>
              <a:rPr lang="mn-MN" sz="2700" b="1">
                <a:solidFill>
                  <a:srgbClr val="0000CC"/>
                </a:solidFill>
              </a:rPr>
              <a:t>Өгөгдлийн ерөнхий схем</a:t>
            </a:r>
            <a:endParaRPr lang="en-US" sz="2700" b="1">
              <a:solidFill>
                <a:srgbClr val="0000CC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F988D-8954-074B-D0B7-3477612D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97" y="573153"/>
            <a:ext cx="6663533" cy="408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84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/>
        </p:nvSpPr>
        <p:spPr>
          <a:xfrm>
            <a:off x="559837" y="1316396"/>
            <a:ext cx="2415654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SzPts val="3200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АППЛИКЕЙШНЫ </a:t>
            </a:r>
            <a:endParaRPr sz="24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200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ЗОХИОМЖ</a:t>
            </a:r>
            <a:endParaRPr sz="10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2ADC5-0CD7-8922-8564-1BAFFFBEA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911" y="150456"/>
            <a:ext cx="4992663" cy="46861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FEBB12-327F-6F1B-6694-C8D4E6C8B9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513" t="9047" r="25956" b="15306"/>
          <a:stretch/>
        </p:blipFill>
        <p:spPr>
          <a:xfrm>
            <a:off x="367392" y="2256843"/>
            <a:ext cx="2723565" cy="249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80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 txBox="1"/>
          <p:nvPr/>
        </p:nvSpPr>
        <p:spPr>
          <a:xfrm>
            <a:off x="391885" y="1263028"/>
            <a:ext cx="2350013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SzPts val="3200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АППЛИКЕЙШНЫ</a:t>
            </a:r>
            <a:endParaRPr sz="24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3200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ЗОХИОМЖ</a:t>
            </a:r>
            <a:endParaRPr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11D05-74B2-2566-0C91-176EFC806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898" y="612133"/>
            <a:ext cx="2845973" cy="40752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C01EA5-F113-3710-2664-C9DCF1C7F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825" y="1024540"/>
            <a:ext cx="3345025" cy="29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53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 txBox="1"/>
          <p:nvPr/>
        </p:nvSpPr>
        <p:spPr>
          <a:xfrm>
            <a:off x="274087" y="576442"/>
            <a:ext cx="2623069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SzPts val="3200"/>
            </a:pPr>
            <a:r>
              <a:rPr lang="en-US" sz="240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АППЛИКЕЙШНЫ</a:t>
            </a:r>
            <a:endParaRPr sz="2400" b="1" dirty="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200"/>
            </a:pPr>
            <a:r>
              <a:rPr lang="en-US" sz="240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ЗОХИОМЖ</a:t>
            </a:r>
          </a:p>
          <a:p>
            <a:pPr algn="ctr">
              <a:buSzPts val="3200"/>
            </a:pPr>
            <a:endParaRPr lang="en-US" sz="2400" b="1" dirty="0">
              <a:solidFill>
                <a:srgbClr val="0000FF"/>
              </a:solidFill>
              <a:latin typeface="Calibri"/>
              <a:cs typeface="Calibri"/>
              <a:sym typeface="Calibri"/>
            </a:endParaRPr>
          </a:p>
          <a:p>
            <a:pPr algn="just">
              <a:buSzPts val="3200"/>
            </a:pPr>
            <a:r>
              <a:rPr lang="mn-MN" sz="1650" dirty="0">
                <a:solidFill>
                  <a:srgbClr val="0000FF"/>
                </a:solidFill>
                <a:latin typeface="Calibri"/>
                <a:cs typeface="Calibri"/>
                <a:sym typeface="Calibri"/>
              </a:rPr>
              <a:t>Зурган болон видео файлтай тестийг  оруулах боломжтойгоор болон сэтгэлзүйн байдалд тулгуурласан анхны хийж болох үйлдлүүдийг санал болгохоор боловсруулна.</a:t>
            </a:r>
          </a:p>
          <a:p>
            <a:pPr marL="214313" indent="-214313" algn="just">
              <a:buSzPts val="3200"/>
              <a:buFont typeface="Arial" panose="020B0604020202020204" pitchFamily="34" charset="0"/>
              <a:buChar char="•"/>
            </a:pPr>
            <a:endParaRPr sz="1800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B56584-9F9C-DD45-9357-4320E044A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691" y="1422107"/>
            <a:ext cx="5346533" cy="26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09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>
            <a:spLocks noGrp="1"/>
          </p:cNvSpPr>
          <p:nvPr>
            <p:ph type="ftr" idx="4294967295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400"/>
            </a:pPr>
            <a:r>
              <a:rPr lang="en-US"/>
              <a:t>Add a footer</a:t>
            </a:r>
            <a:endParaRPr/>
          </a:p>
        </p:txBody>
      </p:sp>
      <p:sp>
        <p:nvSpPr>
          <p:cNvPr id="364" name="Google Shape;364;p4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16</a:t>
            </a:fld>
            <a:endParaRPr/>
          </a:p>
        </p:txBody>
      </p:sp>
      <p:sp>
        <p:nvSpPr>
          <p:cNvPr id="365" name="Google Shape;365;p47"/>
          <p:cNvSpPr/>
          <p:nvPr/>
        </p:nvSpPr>
        <p:spPr>
          <a:xfrm>
            <a:off x="140365" y="603032"/>
            <a:ext cx="8638793" cy="408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342900" algn="just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Энэхүү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төслийн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хүрээнд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бид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ажилтны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удирдлагын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цогц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системийг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амжилттай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хөгжүүлэн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бүтээсэн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нь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дараах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гол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ач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холбогдолтой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шинэчлэлтүүдийг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авчирсан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en-US" dirty="0">
              <a:solidFill>
                <a:schemeClr val="dk1"/>
              </a:solidFill>
            </a:endParaRPr>
          </a:p>
          <a:p>
            <a:pPr marL="342900" algn="just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Үр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ашиг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Ажилтны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мэдээлэл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цалин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ирцийн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удирдлагыг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нэг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дороос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хийх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боломжтой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болсноор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цаг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хугацаа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хөдөлмөрийн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зардлыг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хэмнэв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342900" algn="just"/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Найдвартай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байдал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Автоматжуулсан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системийн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ачаар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гаргах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алдааг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багасгаж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мэдээллийн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бодит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байдлыг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хангав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342900" algn="just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Хялбар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хэрэглээ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Орчин үеийн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технологи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ашиглан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хэрэглэхэд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хялбар,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ойлгомжтой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интерфэйс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бүтээгдсэн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342900" algn="just"/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Уян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хатан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байдал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Өөр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өөр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хэмжээний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байгууллагад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тохируулан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ашиглах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боломжтой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dirty="0">
              <a:solidFill>
                <a:schemeClr val="dk1"/>
              </a:solidFill>
            </a:endParaRPr>
          </a:p>
          <a:p>
            <a:pPr marL="342900" algn="just"/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Цаашид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энэхүү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системд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дараах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сайжруулалтуудыг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оруулахаар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төлөвлөж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байна:</a:t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Утасны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аппликейшн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хөгжүүлэлт</a:t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Цахим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гарын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үсэг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зургийн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технологи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нэвтрүүлэх</a:t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Илүү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нарийвчилсан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тайлан, шинжилгээ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хийх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боломж</a:t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суурьтай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шинжилгээ, урьдчилсан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мэдээлэл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өгөх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</a:t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Эцэст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нь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хэлэхэд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энэхүү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нь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зөвхөн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технологийн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хувьсгал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биш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харин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ажил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олгогч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ба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ажилчдын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хоорондын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харилцааг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илүү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үр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дүнтэй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ил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тод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болгох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хэрэгсэл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юм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submitted</a:t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br>
              <a:rPr lang="en-US" dirty="0">
                <a:sym typeface="Calibri"/>
              </a:rPr>
            </a:br>
            <a:endParaRPr lang="en-US" dirty="0"/>
          </a:p>
          <a:p>
            <a:pPr marL="342900" algn="just">
              <a:buSzPts val="1100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" name="Google Shape;366;p47"/>
          <p:cNvSpPr txBox="1">
            <a:spLocks noGrp="1"/>
          </p:cNvSpPr>
          <p:nvPr>
            <p:ph type="title"/>
          </p:nvPr>
        </p:nvSpPr>
        <p:spPr>
          <a:xfrm>
            <a:off x="408919" y="70944"/>
            <a:ext cx="7886700" cy="52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00099"/>
              </a:buClr>
              <a:buSzPts val="4400"/>
            </a:pPr>
            <a:r>
              <a:rPr lang="en-US" b="1" err="1">
                <a:solidFill>
                  <a:srgbClr val="000099"/>
                </a:solidFill>
              </a:rPr>
              <a:t>Дүгнэлт</a:t>
            </a:r>
            <a:endParaRPr b="1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331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8"/>
          <p:cNvSpPr txBox="1">
            <a:spLocks noGrp="1"/>
          </p:cNvSpPr>
          <p:nvPr>
            <p:ph type="title"/>
          </p:nvPr>
        </p:nvSpPr>
        <p:spPr>
          <a:xfrm>
            <a:off x="382991" y="153787"/>
            <a:ext cx="7886700" cy="552734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700" b="1" err="1">
                <a:solidFill>
                  <a:srgbClr val="000099"/>
                </a:solidFill>
              </a:rPr>
              <a:t>Ашигласан</a:t>
            </a:r>
            <a:r>
              <a:rPr lang="en-US" sz="2700" b="1">
                <a:solidFill>
                  <a:srgbClr val="000099"/>
                </a:solidFill>
              </a:rPr>
              <a:t> </a:t>
            </a:r>
            <a:r>
              <a:rPr lang="en-US" sz="2700" b="1" err="1">
                <a:solidFill>
                  <a:srgbClr val="000099"/>
                </a:solidFill>
              </a:rPr>
              <a:t>материал</a:t>
            </a:r>
            <a:r>
              <a:rPr lang="en-US" sz="2700" b="1">
                <a:solidFill>
                  <a:srgbClr val="000099"/>
                </a:solidFill>
              </a:rPr>
              <a:t> </a:t>
            </a:r>
            <a:endParaRPr sz="2700"/>
          </a:p>
        </p:txBody>
      </p:sp>
      <p:sp>
        <p:nvSpPr>
          <p:cNvPr id="373" name="Google Shape;373;p48"/>
          <p:cNvSpPr txBox="1">
            <a:spLocks noGrp="1"/>
          </p:cNvSpPr>
          <p:nvPr>
            <p:ph type="body" idx="1"/>
          </p:nvPr>
        </p:nvSpPr>
        <p:spPr>
          <a:xfrm>
            <a:off x="382991" y="706520"/>
            <a:ext cx="7886700" cy="3851051"/>
          </a:xfrm>
          <a:prstGeom prst="rect">
            <a:avLst/>
          </a:prstGeom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lnSpc>
                <a:spcPct val="120000"/>
              </a:lnSpc>
              <a:buSzPct val="26008"/>
              <a:buNone/>
            </a:pP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>[1] </a:t>
            </a:r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Habido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>апп "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https://gogo.mn/r/66oj0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>Монголын сэтгэлзүй сэтгэц хэмжилзүйн үндэсний хүрээлэн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https://setgelsudlal.mn/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[3] https://www.zeely.mn//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[4] https://ub.life/p/setgelee-uudalj-setgel-zuin-zuwluguu-awakh-khuseltei-khumuustsanal- bolgokh-7-app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[5] http://olloo.mn/n/76351.html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[6] https://www.google.com/search?q=expressJSsxsrf=ALiCzsayinzcJnkw0vrQ1RZKwoNfQjoGrA:1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= 568dpr = 1.1imgrc = </a:t>
            </a:r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CwjY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XLa6vtLaPMimgdii = EOIgs8BZEMbhzM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[9] https://en.wikipedia.org/wiki/JSON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[10] </a:t>
            </a: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>Б.Батзолбоо,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UML 2 </a:t>
            </a: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>Объект хандлагат шинжилгээ ба түүний хэрэглээ</a:t>
            </a:r>
            <a:b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>[11]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https://en.wikipedia.org/wiki/Firebase</a:t>
            </a:r>
          </a:p>
        </p:txBody>
      </p:sp>
      <p:sp>
        <p:nvSpPr>
          <p:cNvPr id="374" name="Google Shape;374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446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 txBox="1">
            <a:spLocks noGrp="1"/>
          </p:cNvSpPr>
          <p:nvPr>
            <p:ph type="ctrTitle"/>
          </p:nvPr>
        </p:nvSpPr>
        <p:spPr>
          <a:xfrm>
            <a:off x="1357312" y="1471612"/>
            <a:ext cx="4393407" cy="14787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35000" tIns="135000" rIns="189000" bIns="135000" anchor="t" anchorCtr="0">
            <a:noAutofit/>
          </a:bodyPr>
          <a:lstStyle/>
          <a:p>
            <a:pPr algn="ctr">
              <a:buClr>
                <a:srgbClr val="0000FF"/>
              </a:buClr>
              <a:buSzPts val="4800"/>
            </a:pPr>
            <a:r>
              <a:rPr lang="en-US" sz="3600" b="0" dirty="0" err="1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>Анхаарал</a:t>
            </a:r>
            <a:r>
              <a:rPr lang="en-US" sz="3600" b="0" dirty="0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0" dirty="0" err="1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>тавьсанд</a:t>
            </a:r>
            <a:r>
              <a:rPr lang="en-US" sz="3600" b="0" dirty="0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0" dirty="0" err="1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>баярлалаа</a:t>
            </a:r>
            <a:r>
              <a:rPr lang="en-US" sz="3600" b="0" dirty="0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> </a:t>
            </a:r>
            <a:endParaRPr lang="en-US" dirty="0">
              <a:solidFill>
                <a:srgbClr val="000000"/>
              </a:solidFill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80051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6c23e0-e84e-4b92-b74a-b9ca0076de90">
      <Terms xmlns="http://schemas.microsoft.com/office/infopath/2007/PartnerControls"/>
    </lcf76f155ced4ddcb4097134ff3c332f>
    <TaxCatchAll xmlns="0255dc92-fcdd-4107-b190-63287766f5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26620515CD2A4DB4B50494F9CF2CC7" ma:contentTypeVersion="12" ma:contentTypeDescription="Create a new document." ma:contentTypeScope="" ma:versionID="c66ea7ef56455add63a4e0d9d155aba8">
  <xsd:schema xmlns:xsd="http://www.w3.org/2001/XMLSchema" xmlns:xs="http://www.w3.org/2001/XMLSchema" xmlns:p="http://schemas.microsoft.com/office/2006/metadata/properties" xmlns:ns2="526c23e0-e84e-4b92-b74a-b9ca0076de90" xmlns:ns3="0255dc92-fcdd-4107-b190-63287766f59b" targetNamespace="http://schemas.microsoft.com/office/2006/metadata/properties" ma:root="true" ma:fieldsID="2617f602d6d459d8ef40efd526b54a20" ns2:_="" ns3:_="">
    <xsd:import namespace="526c23e0-e84e-4b92-b74a-b9ca0076de90"/>
    <xsd:import namespace="0255dc92-fcdd-4107-b190-63287766f5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6c23e0-e84e-4b92-b74a-b9ca0076de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99afe36-bc78-401c-94f4-d0ce26b693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55dc92-fcdd-4107-b190-63287766f5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635eff-bae2-49cc-972a-7dc4128f0fa0}" ma:internalName="TaxCatchAll" ma:showField="CatchAllData" ma:web="0255dc92-fcdd-4107-b190-63287766f5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F9112A-0D9B-4919-91B3-7C15ED45AD14}">
  <ds:schemaRefs>
    <ds:schemaRef ds:uri="0255dc92-fcdd-4107-b190-63287766f59b"/>
    <ds:schemaRef ds:uri="526c23e0-e84e-4b92-b74a-b9ca0076de90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1D757BE-F6CB-4CEF-BA13-086E2E06A6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908F56-3412-42FD-90FC-6CEE6BC03652}">
  <ds:schemaRefs>
    <ds:schemaRef ds:uri="0255dc92-fcdd-4107-b190-63287766f59b"/>
    <ds:schemaRef ds:uri="526c23e0-e84e-4b92-b74a-b9ca0076de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841</Words>
  <Application>Microsoft Office PowerPoint</Application>
  <PresentationFormat>On-screen Show (16:9)</PresentationFormat>
  <Paragraphs>102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Carlito</vt:lpstr>
      <vt:lpstr>Carlito Bold</vt:lpstr>
      <vt:lpstr>Times New Roman</vt:lpstr>
      <vt:lpstr>Wingdings</vt:lpstr>
      <vt:lpstr>Simple Light</vt:lpstr>
      <vt:lpstr>PowerPoint Presentation</vt:lpstr>
      <vt:lpstr>Агуулга</vt:lpstr>
      <vt:lpstr>Удиртгал </vt:lpstr>
      <vt:lpstr>Судалгааны ажлын зорилго</vt:lpstr>
      <vt:lpstr>Систем хөгжүүлэх үндэслэл</vt:lpstr>
      <vt:lpstr>PowerPoint Presentation</vt:lpstr>
      <vt:lpstr>PowerPoint Presentation</vt:lpstr>
      <vt:lpstr>Хэрэглэгчийн урсгалын диаграмм </vt:lpstr>
      <vt:lpstr>Класс диаграмм </vt:lpstr>
      <vt:lpstr>Үйл ажиллагааны диаграмм </vt:lpstr>
      <vt:lpstr>Дараалллын диаграмм </vt:lpstr>
      <vt:lpstr>Өгөгдлийн ерөнхий схем</vt:lpstr>
      <vt:lpstr>PowerPoint Presentation</vt:lpstr>
      <vt:lpstr>PowerPoint Presentation</vt:lpstr>
      <vt:lpstr>PowerPoint Presentation</vt:lpstr>
      <vt:lpstr>Дүгнэлт</vt:lpstr>
      <vt:lpstr>Ашигласан материал </vt:lpstr>
      <vt:lpstr>Анхаарал тавьсанд баярлалаа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Battsetseg Erdenebat</cp:lastModifiedBy>
  <cp:revision>11</cp:revision>
  <dcterms:modified xsi:type="dcterms:W3CDTF">2025-12-16T02:44:25Z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0x0101008026620515CD2A4DB4B50494F9CF2CC7</vt:lpwstr>
  </property>
  <property fmtid="{D5CDD505-2E9C-101B-9397-08002B2CF9AE}" pid="3" name="MediaServiceImageTags">
    <vt:lpwstr/>
  </property>
</Properties>
</file>